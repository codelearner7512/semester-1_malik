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95" r:id="rId4"/>
    <p:sldId id="296" r:id="rId5"/>
    <p:sldId id="297" r:id="rId6"/>
    <p:sldId id="303" r:id="rId7"/>
    <p:sldId id="298" r:id="rId8"/>
    <p:sldId id="304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>
        <p:scale>
          <a:sx n="80" d="100"/>
          <a:sy n="80" d="100"/>
        </p:scale>
        <p:origin x="739" y="1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Statemen Perulangan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Oleh:</a:t>
            </a:r>
          </a:p>
          <a:p>
            <a:r>
              <a:rPr lang="en-US"/>
              <a:t>Susilo Veri Yulianto, S.Kom.,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Struktur Perulangan atau Looping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lstStyle/>
          <a:p>
            <a:r>
              <a:rPr lang="en-US"/>
              <a:t>Biasa disebut looping</a:t>
            </a:r>
          </a:p>
          <a:p>
            <a:r>
              <a:rPr lang="en-US"/>
              <a:t>Digunakan untuk menjalankan atau mengeksekusi statemen secara berulang</a:t>
            </a:r>
          </a:p>
          <a:p>
            <a:endParaRPr lang="en-US">
              <a:latin typeface="Courier New" panose="02070309020205020404" charset="0"/>
              <a:cs typeface="Courier New" panose="02070309020205020404" charset="0"/>
            </a:endParaRPr>
          </a:p>
        </p:txBody>
      </p:sp>
      <p:pic>
        <p:nvPicPr>
          <p:cNvPr id="4" name="Content Placeholder 3" descr="Untitled Diagram.drawio (1)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72860" y="1691005"/>
            <a:ext cx="4695190" cy="4485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Macam-macam Statemen Perulangan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While</a:t>
            </a:r>
          </a:p>
          <a:p>
            <a:r>
              <a:rPr lang="en-US"/>
              <a:t>For</a:t>
            </a:r>
          </a:p>
          <a:p>
            <a:r>
              <a:rPr lang="en-US"/>
              <a:t>Bersarang</a:t>
            </a:r>
          </a:p>
          <a:p>
            <a:endParaRPr lang="en-US">
              <a:latin typeface="Courier New" panose="02070309020205020404" charset="0"/>
              <a:cs typeface="Courier New" panose="020703090202050204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Format: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while(ekspresi):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	pernyataan/statemen</a:t>
            </a:r>
          </a:p>
          <a:p>
            <a:pPr algn="l">
              <a:buClrTx/>
              <a:buSzTx/>
            </a:pPr>
            <a:r>
              <a:rPr lang="en-US"/>
              <a:t>Contoh: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ulang = 1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while(ulang &lt; 9):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	print(“Perulangan ke: ”, ulang)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	ulang = ulang + 1</a:t>
            </a:r>
          </a:p>
          <a:p>
            <a:pPr marL="0" indent="0">
              <a:buNone/>
            </a:pPr>
            <a:r>
              <a:rPr lang="en-US">
                <a:latin typeface="Courier New" panose="02070309020205020404" charset="0"/>
                <a:cs typeface="Courier New" panose="02070309020205020404" charset="0"/>
                <a:sym typeface="+mn-ea"/>
              </a:rPr>
              <a:t>print(“Perulangan selesai”)</a:t>
            </a:r>
          </a:p>
          <a:p>
            <a:pPr marL="0" indent="0" algn="l">
              <a:buClrTx/>
              <a:buSzTx/>
              <a:buNone/>
            </a:pP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3400" dirty="0"/>
              <a:t>Format 1: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for &lt;target&gt; in &lt;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obyek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&gt;: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 marL="0" indent="0">
              <a:buNone/>
            </a:pP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target :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variabel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yang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menampung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setiap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iterasi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dari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obyek</a:t>
            </a: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obyek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: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berisikan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list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sebagai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kondisi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yang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menentukan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perulangan</a:t>
            </a: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algn="l">
              <a:buClrTx/>
              <a:buSzTx/>
            </a:pPr>
            <a:r>
              <a:rPr lang="en-US" sz="3400" dirty="0" err="1"/>
              <a:t>Contoh</a:t>
            </a:r>
            <a:r>
              <a:rPr lang="en-US" sz="3400" dirty="0"/>
              <a:t> 1: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X =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for x &lt; 100: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print(x)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x = x + 1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For (</a:t>
            </a:r>
            <a:r>
              <a:rPr lang="en-US" b="1" dirty="0" err="1"/>
              <a:t>lanjut</a:t>
            </a:r>
            <a:r>
              <a:rPr lang="en-US" b="1" dirty="0"/>
              <a:t>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2500" lnSpcReduction="20000"/>
          </a:bodyPr>
          <a:lstStyle/>
          <a:p>
            <a:r>
              <a:rPr lang="en-US" sz="3400" dirty="0"/>
              <a:t>Format 2: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for &lt;target&gt; in range&lt;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awal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,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akhir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, step&gt;: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 marL="0" indent="0">
              <a:buNone/>
            </a:pP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target :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variabel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yang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menampung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nilai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setiap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iterasi</a:t>
            </a: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awal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dan step :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bersifat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opsional</a:t>
            </a: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algn="l">
              <a:buClrTx/>
              <a:buSzTx/>
            </a:pPr>
            <a:r>
              <a:rPr lang="en-US" sz="3400" dirty="0" err="1"/>
              <a:t>Contoh</a:t>
            </a:r>
            <a:r>
              <a:rPr lang="en-US" sz="3400" dirty="0"/>
              <a:t> 2: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for x in range(5, 15, 2):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print(“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Perulangan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ke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 : “, x)</a:t>
            </a:r>
          </a:p>
          <a:p>
            <a:pPr marL="0" indent="0">
              <a:buNone/>
            </a:pPr>
            <a:r>
              <a:rPr lang="en-US" dirty="0"/>
              <a:t>5</a:t>
            </a:r>
          </a:p>
          <a:p>
            <a:pPr marL="0" indent="0">
              <a:buNone/>
            </a:pPr>
            <a:r>
              <a:rPr lang="en-US" dirty="0"/>
              <a:t>15</a:t>
            </a:r>
          </a:p>
          <a:p>
            <a:pPr marL="0" indent="0">
              <a:buNone/>
            </a:pPr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Bersarang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Format for: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for &lt;x&gt; &lt; &lt;3&gt;: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for &lt;y&gt; &lt; &lt;3&gt;: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angka</a:t>
            </a:r>
            <a:endParaRPr lang="en-US" dirty="0">
              <a:latin typeface="Courier New" panose="02070309020205020404" charset="0"/>
              <a:cs typeface="Courier New" panose="02070309020205020404" charset="0"/>
              <a:sym typeface="+mn-ea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	y = y + 1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x = x + 1</a:t>
            </a:r>
          </a:p>
          <a:p>
            <a:pPr algn="l">
              <a:buClrTx/>
              <a:buSzTx/>
              <a:buFont typeface="Arial" panose="020B0604020202020204" pitchFamily="34" charset="0"/>
              <a:buChar char="•"/>
            </a:pPr>
            <a:r>
              <a:rPr lang="en-US" dirty="0">
                <a:sym typeface="+mn-ea"/>
              </a:rPr>
              <a:t>Format while:</a:t>
            </a:r>
            <a:endParaRPr lang="en-US" dirty="0"/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while &lt;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&gt;: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while &lt;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ekspresi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&gt;: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	</a:t>
            </a:r>
            <a:r>
              <a:rPr lang="en-US" dirty="0" err="1">
                <a:latin typeface="Courier New" panose="02070309020205020404" charset="0"/>
                <a:cs typeface="Courier New" panose="02070309020205020404" charset="0"/>
                <a:sym typeface="+mn-ea"/>
              </a:rPr>
              <a:t>pernyataan</a:t>
            </a:r>
            <a:r>
              <a:rPr lang="en-US" dirty="0">
                <a:latin typeface="Courier New" panose="02070309020205020404" charset="0"/>
                <a:cs typeface="Courier New" panose="02070309020205020404" charset="0"/>
                <a:sym typeface="+mn-ea"/>
              </a:rPr>
              <a:t>/statemen</a:t>
            </a:r>
          </a:p>
          <a:p>
            <a:pPr marL="0" indent="0" algn="l">
              <a:buClrTx/>
              <a:buSzTx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Bersarang (lanjut...)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65580"/>
            <a:ext cx="10515600" cy="4351338"/>
          </a:xfrm>
        </p:spPr>
        <p:txBody>
          <a:bodyPr>
            <a:noAutofit/>
          </a:bodyPr>
          <a:lstStyle/>
          <a:p>
            <a:r>
              <a:rPr lang="en-US" sz="2000"/>
              <a:t>Format for: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for i in range(2):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	for j in range(6, 10, 1):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		print(“Nilai i : “, i, “, j : “, j)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	print()</a:t>
            </a:r>
          </a:p>
          <a:p>
            <a:pPr algn="l">
              <a:buClrTx/>
              <a:buSzTx/>
              <a:buFont typeface="Arial" panose="020B0604020202020204" pitchFamily="34" charset="0"/>
              <a:buChar char="•"/>
            </a:pPr>
            <a:r>
              <a:rPr lang="en-US" sz="2000">
                <a:sym typeface="+mn-ea"/>
              </a:rPr>
              <a:t>Format while:</a:t>
            </a:r>
            <a:endParaRPr lang="en-US" sz="2000"/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i = 0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while (i &lt; 2):</a:t>
            </a:r>
          </a:p>
          <a:p>
            <a:pPr marL="457200" lvl="1" indent="45720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j = 6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	while (j &lt; 10):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		print(“Nilai i : “, i, “, j : “, j)</a:t>
            </a:r>
          </a:p>
          <a:p>
            <a:pPr marL="0" indent="0">
              <a:buNone/>
            </a:pPr>
            <a:r>
              <a:rPr lang="en-US" sz="2000">
                <a:latin typeface="Courier New" panose="02070309020205020404" charset="0"/>
                <a:cs typeface="Courier New" panose="02070309020205020404" charset="0"/>
                <a:sym typeface="+mn-ea"/>
              </a:rPr>
              <a:t>	print()</a:t>
            </a:r>
          </a:p>
          <a:p>
            <a:pPr marL="0" algn="l">
              <a:buClrTx/>
              <a:buSzTx/>
              <a:buNone/>
            </a:pPr>
            <a:r>
              <a:rPr lang="en-US" sz="2000"/>
              <a:t>	</a:t>
            </a:r>
            <a:r>
              <a:rPr lang="en-US" sz="2000">
                <a:latin typeface="Courier New" panose="02070309020205020404" charset="0"/>
                <a:cs typeface="Courier New" panose="02070309020205020404" charset="0"/>
              </a:rPr>
              <a:t>i = i + 1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341438"/>
            <a:ext cx="9144000" cy="2387600"/>
          </a:xfrm>
        </p:spPr>
        <p:txBody>
          <a:bodyPr/>
          <a:lstStyle/>
          <a:p>
            <a:r>
              <a:rPr lang="en-US"/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352</Words>
  <Application>Microsoft Office PowerPoint</Application>
  <PresentationFormat>Widescreen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Office Theme</vt:lpstr>
      <vt:lpstr>Statemen Perulangan</vt:lpstr>
      <vt:lpstr>Struktur Perulangan atau Looping</vt:lpstr>
      <vt:lpstr>Macam-macam Statemen Perulangan</vt:lpstr>
      <vt:lpstr>While</vt:lpstr>
      <vt:lpstr>For</vt:lpstr>
      <vt:lpstr>For (lanjut...)</vt:lpstr>
      <vt:lpstr>Bersarang</vt:lpstr>
      <vt:lpstr>Bersarang (lanjut...)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Flowchart dan Pseudo Code</dc:title>
  <dc:creator/>
  <cp:lastModifiedBy>ghali marzani</cp:lastModifiedBy>
  <cp:revision>33</cp:revision>
  <dcterms:created xsi:type="dcterms:W3CDTF">2022-09-14T00:04:00Z</dcterms:created>
  <dcterms:modified xsi:type="dcterms:W3CDTF">2025-10-06T04:30:08Z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C169781512ED439DAEEAC99C4E4345F3</vt:lpwstr>
  </property>
  <property fmtid="{D5CDD505-2E9C-101B-9397-08002B2CF9AE}" pid="3" name="KSOProductBuildVer">
    <vt:lpwstr>1033-12.2.0.13472</vt:lpwstr>
  </property>
</Properties>
</file>