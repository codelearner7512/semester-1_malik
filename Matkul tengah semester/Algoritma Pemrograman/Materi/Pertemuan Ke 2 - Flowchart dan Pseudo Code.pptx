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1" r:id="rId6"/>
    <p:sldId id="260" r:id="rId7"/>
    <p:sldId id="265" r:id="rId8"/>
    <p:sldId id="263" r:id="rId9"/>
    <p:sldId id="264" r:id="rId10"/>
    <p:sldId id="262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78" d="100"/>
          <a:sy n="78" d="100"/>
        </p:scale>
        <p:origin x="70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7A58C0-A932-4692-A61D-D1F07199F53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BCD6688-22A4-4550-A78B-029B9121A430}">
      <dgm:prSet/>
      <dgm:spPr/>
      <dgm:t>
        <a:bodyPr/>
        <a:lstStyle/>
        <a:p>
          <a:r>
            <a:rPr lang="en-US"/>
            <a:t>Diagram yang menampilkan flow di dalam rancangan atau metode sistem secara logika (</a:t>
          </a:r>
          <a:r>
            <a:rPr lang="en-US" b="1"/>
            <a:t>Jogiyanto</a:t>
          </a:r>
          <a:r>
            <a:rPr lang="en-US"/>
            <a:t>).</a:t>
          </a:r>
        </a:p>
      </dgm:t>
    </dgm:pt>
    <dgm:pt modelId="{0EA12660-36E2-41E5-A7C0-7314FFCD1CC7}" type="parTrans" cxnId="{8FF1A5BB-AECB-4A29-9F1E-4B6C74A76C19}">
      <dgm:prSet/>
      <dgm:spPr/>
      <dgm:t>
        <a:bodyPr/>
        <a:lstStyle/>
        <a:p>
          <a:endParaRPr lang="en-US"/>
        </a:p>
      </dgm:t>
    </dgm:pt>
    <dgm:pt modelId="{1DC8EF0E-8AFD-4109-B047-F288D056FC31}" type="sibTrans" cxnId="{8FF1A5BB-AECB-4A29-9F1E-4B6C74A76C19}">
      <dgm:prSet/>
      <dgm:spPr/>
      <dgm:t>
        <a:bodyPr/>
        <a:lstStyle/>
        <a:p>
          <a:endParaRPr lang="en-US"/>
        </a:p>
      </dgm:t>
    </dgm:pt>
    <dgm:pt modelId="{7D581502-272A-46F1-A743-E63D59E5BA6A}">
      <dgm:prSet/>
      <dgm:spPr/>
      <dgm:t>
        <a:bodyPr/>
        <a:lstStyle/>
        <a:p>
          <a:r>
            <a:rPr lang="en-US"/>
            <a:t>Cara logis untuk menggambarkan bagian sistem informasi dengan jelas, tepat, dan logis (</a:t>
          </a:r>
          <a:r>
            <a:rPr lang="en-US" b="1"/>
            <a:t>Krismiaji</a:t>
          </a:r>
          <a:r>
            <a:rPr lang="en-US"/>
            <a:t>).</a:t>
          </a:r>
        </a:p>
      </dgm:t>
    </dgm:pt>
    <dgm:pt modelId="{0234AAF2-403F-4C2A-B72D-9E146294126E}" type="parTrans" cxnId="{C1694D97-9EE6-4896-9B00-75A6D43A507D}">
      <dgm:prSet/>
      <dgm:spPr/>
      <dgm:t>
        <a:bodyPr/>
        <a:lstStyle/>
        <a:p>
          <a:endParaRPr lang="en-US"/>
        </a:p>
      </dgm:t>
    </dgm:pt>
    <dgm:pt modelId="{2785264A-B856-444A-8BE9-747707415290}" type="sibTrans" cxnId="{C1694D97-9EE6-4896-9B00-75A6D43A507D}">
      <dgm:prSet/>
      <dgm:spPr/>
      <dgm:t>
        <a:bodyPr/>
        <a:lstStyle/>
        <a:p>
          <a:endParaRPr lang="en-US"/>
        </a:p>
      </dgm:t>
    </dgm:pt>
    <dgm:pt modelId="{7D85409B-1344-48C1-8AC5-F008EBD0A9C6}">
      <dgm:prSet/>
      <dgm:spPr/>
      <dgm:t>
        <a:bodyPr/>
        <a:lstStyle/>
        <a:p>
          <a:r>
            <a:rPr lang="en-US"/>
            <a:t>Diagram alir yang dapat menerapkan tanda untuk menyelesaikan persoalan (</a:t>
          </a:r>
          <a:r>
            <a:rPr lang="en-US" b="1"/>
            <a:t>Sariadin Siallagan</a:t>
          </a:r>
          <a:r>
            <a:rPr lang="en-US"/>
            <a:t>).</a:t>
          </a:r>
        </a:p>
      </dgm:t>
    </dgm:pt>
    <dgm:pt modelId="{0F9512EA-DA2C-49D6-B4F6-46E7CC2729BF}" type="parTrans" cxnId="{AB5C4995-A0EC-44F2-9A50-6F2B224CC63B}">
      <dgm:prSet/>
      <dgm:spPr/>
      <dgm:t>
        <a:bodyPr/>
        <a:lstStyle/>
        <a:p>
          <a:endParaRPr lang="en-US"/>
        </a:p>
      </dgm:t>
    </dgm:pt>
    <dgm:pt modelId="{F4984F7C-E221-461D-8502-C890D868F3EB}" type="sibTrans" cxnId="{AB5C4995-A0EC-44F2-9A50-6F2B224CC63B}">
      <dgm:prSet/>
      <dgm:spPr/>
      <dgm:t>
        <a:bodyPr/>
        <a:lstStyle/>
        <a:p>
          <a:endParaRPr lang="en-US"/>
        </a:p>
      </dgm:t>
    </dgm:pt>
    <dgm:pt modelId="{44BC5AAF-68EE-4C53-9EA3-6E842C6FA672}">
      <dgm:prSet/>
      <dgm:spPr/>
      <dgm:t>
        <a:bodyPr/>
        <a:lstStyle/>
        <a:p>
          <a:r>
            <a:rPr lang="en-US"/>
            <a:t>Gambaran dalam bentuk diagram alir dari algoritma dalam suatu program, yang menyatakan arah program tersebut (</a:t>
          </a:r>
          <a:r>
            <a:rPr lang="en-US" b="1"/>
            <a:t>Pahlevy</a:t>
          </a:r>
          <a:r>
            <a:rPr lang="en-US"/>
            <a:t>).</a:t>
          </a:r>
        </a:p>
      </dgm:t>
    </dgm:pt>
    <dgm:pt modelId="{1E727FD3-17B1-4A45-8512-B0280E0C47CB}" type="parTrans" cxnId="{8E257E52-4D5F-484A-8D0E-DE3799D400DC}">
      <dgm:prSet/>
      <dgm:spPr/>
      <dgm:t>
        <a:bodyPr/>
        <a:lstStyle/>
        <a:p>
          <a:endParaRPr lang="en-US"/>
        </a:p>
      </dgm:t>
    </dgm:pt>
    <dgm:pt modelId="{1B976CB5-1837-4933-93B2-5C0D8901AE9F}" type="sibTrans" cxnId="{8E257E52-4D5F-484A-8D0E-DE3799D400DC}">
      <dgm:prSet/>
      <dgm:spPr/>
      <dgm:t>
        <a:bodyPr/>
        <a:lstStyle/>
        <a:p>
          <a:endParaRPr lang="en-US"/>
        </a:p>
      </dgm:t>
    </dgm:pt>
    <dgm:pt modelId="{83ECEF4E-1949-48BD-B7F5-5687D79782E5}">
      <dgm:prSet/>
      <dgm:spPr/>
      <dgm:t>
        <a:bodyPr/>
        <a:lstStyle/>
        <a:p>
          <a:r>
            <a:rPr lang="en-US"/>
            <a:t>Penggambaran secara grafik dari langkah dan urutan prosedur (</a:t>
          </a:r>
          <a:r>
            <a:rPr lang="en-US" b="1"/>
            <a:t>Indrajani</a:t>
          </a:r>
          <a:r>
            <a:rPr lang="en-US"/>
            <a:t>).</a:t>
          </a:r>
        </a:p>
      </dgm:t>
    </dgm:pt>
    <dgm:pt modelId="{8A1D0EFD-6517-4ECD-B603-CDF535C691EE}" type="parTrans" cxnId="{9D518914-D56E-4AFF-A672-82C57FDA4A84}">
      <dgm:prSet/>
      <dgm:spPr/>
      <dgm:t>
        <a:bodyPr/>
        <a:lstStyle/>
        <a:p>
          <a:endParaRPr lang="en-US"/>
        </a:p>
      </dgm:t>
    </dgm:pt>
    <dgm:pt modelId="{BB3FDBC4-4553-4FCD-8664-F26B3950E00E}" type="sibTrans" cxnId="{9D518914-D56E-4AFF-A672-82C57FDA4A84}">
      <dgm:prSet/>
      <dgm:spPr/>
      <dgm:t>
        <a:bodyPr/>
        <a:lstStyle/>
        <a:p>
          <a:endParaRPr lang="en-US"/>
        </a:p>
      </dgm:t>
    </dgm:pt>
    <dgm:pt modelId="{EFAC1A40-8B6A-489B-94DD-FFEA98E106FD}" type="pres">
      <dgm:prSet presAssocID="{C87A58C0-A932-4692-A61D-D1F07199F538}" presName="root" presStyleCnt="0">
        <dgm:presLayoutVars>
          <dgm:dir/>
          <dgm:resizeHandles val="exact"/>
        </dgm:presLayoutVars>
      </dgm:prSet>
      <dgm:spPr/>
    </dgm:pt>
    <dgm:pt modelId="{C6AEE7FA-1CFE-4956-87B2-B370B773DAE8}" type="pres">
      <dgm:prSet presAssocID="{EBCD6688-22A4-4550-A78B-029B9121A430}" presName="compNode" presStyleCnt="0"/>
      <dgm:spPr/>
    </dgm:pt>
    <dgm:pt modelId="{75E0A63D-F199-4706-9EFC-191BC4DE10EC}" type="pres">
      <dgm:prSet presAssocID="{EBCD6688-22A4-4550-A78B-029B9121A430}" presName="bgRect" presStyleLbl="bgShp" presStyleIdx="0" presStyleCnt="5"/>
      <dgm:spPr/>
    </dgm:pt>
    <dgm:pt modelId="{86301F72-FEFB-4AE4-B27D-B94864E031E9}" type="pres">
      <dgm:prSet presAssocID="{EBCD6688-22A4-4550-A78B-029B9121A43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43EFBB5D-BD31-4BF3-A359-57FD571EA210}" type="pres">
      <dgm:prSet presAssocID="{EBCD6688-22A4-4550-A78B-029B9121A430}" presName="spaceRect" presStyleCnt="0"/>
      <dgm:spPr/>
    </dgm:pt>
    <dgm:pt modelId="{59FA2D71-72DC-4EA7-A9BB-DA4A4C6AFA62}" type="pres">
      <dgm:prSet presAssocID="{EBCD6688-22A4-4550-A78B-029B9121A430}" presName="parTx" presStyleLbl="revTx" presStyleIdx="0" presStyleCnt="5">
        <dgm:presLayoutVars>
          <dgm:chMax val="0"/>
          <dgm:chPref val="0"/>
        </dgm:presLayoutVars>
      </dgm:prSet>
      <dgm:spPr/>
    </dgm:pt>
    <dgm:pt modelId="{2728FE4F-DEF7-403D-9A72-48EEBBC6D983}" type="pres">
      <dgm:prSet presAssocID="{1DC8EF0E-8AFD-4109-B047-F288D056FC31}" presName="sibTrans" presStyleCnt="0"/>
      <dgm:spPr/>
    </dgm:pt>
    <dgm:pt modelId="{716F57CF-6C8F-4348-A655-88F36F6DB6E9}" type="pres">
      <dgm:prSet presAssocID="{7D581502-272A-46F1-A743-E63D59E5BA6A}" presName="compNode" presStyleCnt="0"/>
      <dgm:spPr/>
    </dgm:pt>
    <dgm:pt modelId="{58913E58-0A23-4D28-B29B-6FEABCB0F6A1}" type="pres">
      <dgm:prSet presAssocID="{7D581502-272A-46F1-A743-E63D59E5BA6A}" presName="bgRect" presStyleLbl="bgShp" presStyleIdx="1" presStyleCnt="5"/>
      <dgm:spPr/>
    </dgm:pt>
    <dgm:pt modelId="{9530B3FB-1C2D-4552-857A-2033D21415F8}" type="pres">
      <dgm:prSet presAssocID="{7D581502-272A-46F1-A743-E63D59E5BA6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5D04D51C-F6FB-48BC-8124-5BB0CD2D642A}" type="pres">
      <dgm:prSet presAssocID="{7D581502-272A-46F1-A743-E63D59E5BA6A}" presName="spaceRect" presStyleCnt="0"/>
      <dgm:spPr/>
    </dgm:pt>
    <dgm:pt modelId="{C5D0474D-F6C6-46AB-B7F9-01734C3F6FB5}" type="pres">
      <dgm:prSet presAssocID="{7D581502-272A-46F1-A743-E63D59E5BA6A}" presName="parTx" presStyleLbl="revTx" presStyleIdx="1" presStyleCnt="5">
        <dgm:presLayoutVars>
          <dgm:chMax val="0"/>
          <dgm:chPref val="0"/>
        </dgm:presLayoutVars>
      </dgm:prSet>
      <dgm:spPr/>
    </dgm:pt>
    <dgm:pt modelId="{851E6ADD-66D7-4CA7-BC16-FA08CAE106DA}" type="pres">
      <dgm:prSet presAssocID="{2785264A-B856-444A-8BE9-747707415290}" presName="sibTrans" presStyleCnt="0"/>
      <dgm:spPr/>
    </dgm:pt>
    <dgm:pt modelId="{110B4FF5-D2D5-488A-9B8C-B1C042B03A5C}" type="pres">
      <dgm:prSet presAssocID="{7D85409B-1344-48C1-8AC5-F008EBD0A9C6}" presName="compNode" presStyleCnt="0"/>
      <dgm:spPr/>
    </dgm:pt>
    <dgm:pt modelId="{83C90A96-B6E5-493F-95F0-FB5F2982B1ED}" type="pres">
      <dgm:prSet presAssocID="{7D85409B-1344-48C1-8AC5-F008EBD0A9C6}" presName="bgRect" presStyleLbl="bgShp" presStyleIdx="2" presStyleCnt="5"/>
      <dgm:spPr/>
    </dgm:pt>
    <dgm:pt modelId="{58B29FA7-FFCD-4239-8CC7-0960ADD91125}" type="pres">
      <dgm:prSet presAssocID="{7D85409B-1344-48C1-8AC5-F008EBD0A9C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A0B96F55-8912-4C8A-858D-C87BFC36D5C8}" type="pres">
      <dgm:prSet presAssocID="{7D85409B-1344-48C1-8AC5-F008EBD0A9C6}" presName="spaceRect" presStyleCnt="0"/>
      <dgm:spPr/>
    </dgm:pt>
    <dgm:pt modelId="{85F19C25-22E7-4C7B-9C70-E27D68157B0F}" type="pres">
      <dgm:prSet presAssocID="{7D85409B-1344-48C1-8AC5-F008EBD0A9C6}" presName="parTx" presStyleLbl="revTx" presStyleIdx="2" presStyleCnt="5">
        <dgm:presLayoutVars>
          <dgm:chMax val="0"/>
          <dgm:chPref val="0"/>
        </dgm:presLayoutVars>
      </dgm:prSet>
      <dgm:spPr/>
    </dgm:pt>
    <dgm:pt modelId="{5E0C15ED-79FF-4BF1-A0FC-97D373DB8F09}" type="pres">
      <dgm:prSet presAssocID="{F4984F7C-E221-461D-8502-C890D868F3EB}" presName="sibTrans" presStyleCnt="0"/>
      <dgm:spPr/>
    </dgm:pt>
    <dgm:pt modelId="{51A45BA2-FCBF-490D-B78A-9DC0C3BFB75D}" type="pres">
      <dgm:prSet presAssocID="{44BC5AAF-68EE-4C53-9EA3-6E842C6FA672}" presName="compNode" presStyleCnt="0"/>
      <dgm:spPr/>
    </dgm:pt>
    <dgm:pt modelId="{A5D09CD3-9629-4DD8-A595-B7016C29DE68}" type="pres">
      <dgm:prSet presAssocID="{44BC5AAF-68EE-4C53-9EA3-6E842C6FA672}" presName="bgRect" presStyleLbl="bgShp" presStyleIdx="3" presStyleCnt="5"/>
      <dgm:spPr/>
    </dgm:pt>
    <dgm:pt modelId="{0B9EB911-80F6-4712-95C8-02879E0A973A}" type="pres">
      <dgm:prSet presAssocID="{44BC5AAF-68EE-4C53-9EA3-6E842C6FA67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8223FE77-25F6-4FED-8F92-F679EECC6E97}" type="pres">
      <dgm:prSet presAssocID="{44BC5AAF-68EE-4C53-9EA3-6E842C6FA672}" presName="spaceRect" presStyleCnt="0"/>
      <dgm:spPr/>
    </dgm:pt>
    <dgm:pt modelId="{E60362E2-016A-4AF5-BC73-AEC17227067B}" type="pres">
      <dgm:prSet presAssocID="{44BC5AAF-68EE-4C53-9EA3-6E842C6FA672}" presName="parTx" presStyleLbl="revTx" presStyleIdx="3" presStyleCnt="5">
        <dgm:presLayoutVars>
          <dgm:chMax val="0"/>
          <dgm:chPref val="0"/>
        </dgm:presLayoutVars>
      </dgm:prSet>
      <dgm:spPr/>
    </dgm:pt>
    <dgm:pt modelId="{ABE557A5-1219-45CB-854F-A16CB00F06BD}" type="pres">
      <dgm:prSet presAssocID="{1B976CB5-1837-4933-93B2-5C0D8901AE9F}" presName="sibTrans" presStyleCnt="0"/>
      <dgm:spPr/>
    </dgm:pt>
    <dgm:pt modelId="{AA78809C-A4EB-41EC-BDF6-5F250E97FD98}" type="pres">
      <dgm:prSet presAssocID="{83ECEF4E-1949-48BD-B7F5-5687D79782E5}" presName="compNode" presStyleCnt="0"/>
      <dgm:spPr/>
    </dgm:pt>
    <dgm:pt modelId="{1CE9E8D6-7945-4F6C-92D3-AA8C016263E0}" type="pres">
      <dgm:prSet presAssocID="{83ECEF4E-1949-48BD-B7F5-5687D79782E5}" presName="bgRect" presStyleLbl="bgShp" presStyleIdx="4" presStyleCnt="5"/>
      <dgm:spPr/>
    </dgm:pt>
    <dgm:pt modelId="{118B7B00-EC2A-4A4D-A6C1-9D0F6C10F9DF}" type="pres">
      <dgm:prSet presAssocID="{83ECEF4E-1949-48BD-B7F5-5687D79782E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832157B-6A82-4D6E-A489-22A1A2389E50}" type="pres">
      <dgm:prSet presAssocID="{83ECEF4E-1949-48BD-B7F5-5687D79782E5}" presName="spaceRect" presStyleCnt="0"/>
      <dgm:spPr/>
    </dgm:pt>
    <dgm:pt modelId="{CE8F4714-C471-42FC-BCCF-429F6F664B1F}" type="pres">
      <dgm:prSet presAssocID="{83ECEF4E-1949-48BD-B7F5-5687D79782E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384C408-EDB8-491E-925C-5B2CDF72412B}" type="presOf" srcId="{7D85409B-1344-48C1-8AC5-F008EBD0A9C6}" destId="{85F19C25-22E7-4C7B-9C70-E27D68157B0F}" srcOrd="0" destOrd="0" presId="urn:microsoft.com/office/officeart/2018/2/layout/IconVerticalSolidList"/>
    <dgm:cxn modelId="{C05A6F0F-CCC2-4861-B10D-3F1FC7E53C63}" type="presOf" srcId="{EBCD6688-22A4-4550-A78B-029B9121A430}" destId="{59FA2D71-72DC-4EA7-A9BB-DA4A4C6AFA62}" srcOrd="0" destOrd="0" presId="urn:microsoft.com/office/officeart/2018/2/layout/IconVerticalSolidList"/>
    <dgm:cxn modelId="{9D518914-D56E-4AFF-A672-82C57FDA4A84}" srcId="{C87A58C0-A932-4692-A61D-D1F07199F538}" destId="{83ECEF4E-1949-48BD-B7F5-5687D79782E5}" srcOrd="4" destOrd="0" parTransId="{8A1D0EFD-6517-4ECD-B603-CDF535C691EE}" sibTransId="{BB3FDBC4-4553-4FCD-8664-F26B3950E00E}"/>
    <dgm:cxn modelId="{CFF49615-5563-427C-9018-F7328678B8F5}" type="presOf" srcId="{7D581502-272A-46F1-A743-E63D59E5BA6A}" destId="{C5D0474D-F6C6-46AB-B7F9-01734C3F6FB5}" srcOrd="0" destOrd="0" presId="urn:microsoft.com/office/officeart/2018/2/layout/IconVerticalSolidList"/>
    <dgm:cxn modelId="{7BF9F142-96EA-4B18-9A96-3E60E8FA0E7A}" type="presOf" srcId="{C87A58C0-A932-4692-A61D-D1F07199F538}" destId="{EFAC1A40-8B6A-489B-94DD-FFEA98E106FD}" srcOrd="0" destOrd="0" presId="urn:microsoft.com/office/officeart/2018/2/layout/IconVerticalSolidList"/>
    <dgm:cxn modelId="{67590B43-2A23-437C-90EE-83C154510538}" type="presOf" srcId="{44BC5AAF-68EE-4C53-9EA3-6E842C6FA672}" destId="{E60362E2-016A-4AF5-BC73-AEC17227067B}" srcOrd="0" destOrd="0" presId="urn:microsoft.com/office/officeart/2018/2/layout/IconVerticalSolidList"/>
    <dgm:cxn modelId="{59F3FC71-4E43-4DEF-B552-53F7B53C905C}" type="presOf" srcId="{83ECEF4E-1949-48BD-B7F5-5687D79782E5}" destId="{CE8F4714-C471-42FC-BCCF-429F6F664B1F}" srcOrd="0" destOrd="0" presId="urn:microsoft.com/office/officeart/2018/2/layout/IconVerticalSolidList"/>
    <dgm:cxn modelId="{8E257E52-4D5F-484A-8D0E-DE3799D400DC}" srcId="{C87A58C0-A932-4692-A61D-D1F07199F538}" destId="{44BC5AAF-68EE-4C53-9EA3-6E842C6FA672}" srcOrd="3" destOrd="0" parTransId="{1E727FD3-17B1-4A45-8512-B0280E0C47CB}" sibTransId="{1B976CB5-1837-4933-93B2-5C0D8901AE9F}"/>
    <dgm:cxn modelId="{AB5C4995-A0EC-44F2-9A50-6F2B224CC63B}" srcId="{C87A58C0-A932-4692-A61D-D1F07199F538}" destId="{7D85409B-1344-48C1-8AC5-F008EBD0A9C6}" srcOrd="2" destOrd="0" parTransId="{0F9512EA-DA2C-49D6-B4F6-46E7CC2729BF}" sibTransId="{F4984F7C-E221-461D-8502-C890D868F3EB}"/>
    <dgm:cxn modelId="{C1694D97-9EE6-4896-9B00-75A6D43A507D}" srcId="{C87A58C0-A932-4692-A61D-D1F07199F538}" destId="{7D581502-272A-46F1-A743-E63D59E5BA6A}" srcOrd="1" destOrd="0" parTransId="{0234AAF2-403F-4C2A-B72D-9E146294126E}" sibTransId="{2785264A-B856-444A-8BE9-747707415290}"/>
    <dgm:cxn modelId="{8FF1A5BB-AECB-4A29-9F1E-4B6C74A76C19}" srcId="{C87A58C0-A932-4692-A61D-D1F07199F538}" destId="{EBCD6688-22A4-4550-A78B-029B9121A430}" srcOrd="0" destOrd="0" parTransId="{0EA12660-36E2-41E5-A7C0-7314FFCD1CC7}" sibTransId="{1DC8EF0E-8AFD-4109-B047-F288D056FC31}"/>
    <dgm:cxn modelId="{30A4B83F-599A-4DDF-B75D-89845C9D0792}" type="presParOf" srcId="{EFAC1A40-8B6A-489B-94DD-FFEA98E106FD}" destId="{C6AEE7FA-1CFE-4956-87B2-B370B773DAE8}" srcOrd="0" destOrd="0" presId="urn:microsoft.com/office/officeart/2018/2/layout/IconVerticalSolidList"/>
    <dgm:cxn modelId="{4E136638-DE02-428F-959D-EB8A95D78F18}" type="presParOf" srcId="{C6AEE7FA-1CFE-4956-87B2-B370B773DAE8}" destId="{75E0A63D-F199-4706-9EFC-191BC4DE10EC}" srcOrd="0" destOrd="0" presId="urn:microsoft.com/office/officeart/2018/2/layout/IconVerticalSolidList"/>
    <dgm:cxn modelId="{27F79233-C59B-4B54-963F-FCD1CD8C50D3}" type="presParOf" srcId="{C6AEE7FA-1CFE-4956-87B2-B370B773DAE8}" destId="{86301F72-FEFB-4AE4-B27D-B94864E031E9}" srcOrd="1" destOrd="0" presId="urn:microsoft.com/office/officeart/2018/2/layout/IconVerticalSolidList"/>
    <dgm:cxn modelId="{18C7B5F7-0AA0-4434-A991-1AB0E4562365}" type="presParOf" srcId="{C6AEE7FA-1CFE-4956-87B2-B370B773DAE8}" destId="{43EFBB5D-BD31-4BF3-A359-57FD571EA210}" srcOrd="2" destOrd="0" presId="urn:microsoft.com/office/officeart/2018/2/layout/IconVerticalSolidList"/>
    <dgm:cxn modelId="{E5ED11EA-D987-4095-92AE-406B84D4271C}" type="presParOf" srcId="{C6AEE7FA-1CFE-4956-87B2-B370B773DAE8}" destId="{59FA2D71-72DC-4EA7-A9BB-DA4A4C6AFA62}" srcOrd="3" destOrd="0" presId="urn:microsoft.com/office/officeart/2018/2/layout/IconVerticalSolidList"/>
    <dgm:cxn modelId="{74EF7D85-A1CA-4EBA-8C65-1239C7FAC25B}" type="presParOf" srcId="{EFAC1A40-8B6A-489B-94DD-FFEA98E106FD}" destId="{2728FE4F-DEF7-403D-9A72-48EEBBC6D983}" srcOrd="1" destOrd="0" presId="urn:microsoft.com/office/officeart/2018/2/layout/IconVerticalSolidList"/>
    <dgm:cxn modelId="{41662245-9F8F-46D2-B165-47C1A15EF499}" type="presParOf" srcId="{EFAC1A40-8B6A-489B-94DD-FFEA98E106FD}" destId="{716F57CF-6C8F-4348-A655-88F36F6DB6E9}" srcOrd="2" destOrd="0" presId="urn:microsoft.com/office/officeart/2018/2/layout/IconVerticalSolidList"/>
    <dgm:cxn modelId="{E4B17242-8411-404D-83EC-29B915229D3C}" type="presParOf" srcId="{716F57CF-6C8F-4348-A655-88F36F6DB6E9}" destId="{58913E58-0A23-4D28-B29B-6FEABCB0F6A1}" srcOrd="0" destOrd="0" presId="urn:microsoft.com/office/officeart/2018/2/layout/IconVerticalSolidList"/>
    <dgm:cxn modelId="{11C4F882-3232-4A47-8352-FB15A19B3CC3}" type="presParOf" srcId="{716F57CF-6C8F-4348-A655-88F36F6DB6E9}" destId="{9530B3FB-1C2D-4552-857A-2033D21415F8}" srcOrd="1" destOrd="0" presId="urn:microsoft.com/office/officeart/2018/2/layout/IconVerticalSolidList"/>
    <dgm:cxn modelId="{29FC2BD3-C6C0-4B70-9036-98C1CC9A3BF8}" type="presParOf" srcId="{716F57CF-6C8F-4348-A655-88F36F6DB6E9}" destId="{5D04D51C-F6FB-48BC-8124-5BB0CD2D642A}" srcOrd="2" destOrd="0" presId="urn:microsoft.com/office/officeart/2018/2/layout/IconVerticalSolidList"/>
    <dgm:cxn modelId="{890D5A07-D128-4390-B5FC-FC4799C13556}" type="presParOf" srcId="{716F57CF-6C8F-4348-A655-88F36F6DB6E9}" destId="{C5D0474D-F6C6-46AB-B7F9-01734C3F6FB5}" srcOrd="3" destOrd="0" presId="urn:microsoft.com/office/officeart/2018/2/layout/IconVerticalSolidList"/>
    <dgm:cxn modelId="{DD7B2ADB-F47B-49FD-95F3-733B3CB5C4F3}" type="presParOf" srcId="{EFAC1A40-8B6A-489B-94DD-FFEA98E106FD}" destId="{851E6ADD-66D7-4CA7-BC16-FA08CAE106DA}" srcOrd="3" destOrd="0" presId="urn:microsoft.com/office/officeart/2018/2/layout/IconVerticalSolidList"/>
    <dgm:cxn modelId="{23E38273-EDBC-46AC-B848-265E9FDEC4EA}" type="presParOf" srcId="{EFAC1A40-8B6A-489B-94DD-FFEA98E106FD}" destId="{110B4FF5-D2D5-488A-9B8C-B1C042B03A5C}" srcOrd="4" destOrd="0" presId="urn:microsoft.com/office/officeart/2018/2/layout/IconVerticalSolidList"/>
    <dgm:cxn modelId="{99957062-982B-4791-9011-698B040BF3C3}" type="presParOf" srcId="{110B4FF5-D2D5-488A-9B8C-B1C042B03A5C}" destId="{83C90A96-B6E5-493F-95F0-FB5F2982B1ED}" srcOrd="0" destOrd="0" presId="urn:microsoft.com/office/officeart/2018/2/layout/IconVerticalSolidList"/>
    <dgm:cxn modelId="{D4518045-8A14-45E1-A796-973A9E2A9C9F}" type="presParOf" srcId="{110B4FF5-D2D5-488A-9B8C-B1C042B03A5C}" destId="{58B29FA7-FFCD-4239-8CC7-0960ADD91125}" srcOrd="1" destOrd="0" presId="urn:microsoft.com/office/officeart/2018/2/layout/IconVerticalSolidList"/>
    <dgm:cxn modelId="{DFE58CE5-FD6C-4EA5-BED0-5E8BD4441AD4}" type="presParOf" srcId="{110B4FF5-D2D5-488A-9B8C-B1C042B03A5C}" destId="{A0B96F55-8912-4C8A-858D-C87BFC36D5C8}" srcOrd="2" destOrd="0" presId="urn:microsoft.com/office/officeart/2018/2/layout/IconVerticalSolidList"/>
    <dgm:cxn modelId="{EC2DE8E5-74CC-4F44-8E14-4C51A11FE507}" type="presParOf" srcId="{110B4FF5-D2D5-488A-9B8C-B1C042B03A5C}" destId="{85F19C25-22E7-4C7B-9C70-E27D68157B0F}" srcOrd="3" destOrd="0" presId="urn:microsoft.com/office/officeart/2018/2/layout/IconVerticalSolidList"/>
    <dgm:cxn modelId="{8C1BAB0C-6DD9-4B87-B098-C59995C94EBE}" type="presParOf" srcId="{EFAC1A40-8B6A-489B-94DD-FFEA98E106FD}" destId="{5E0C15ED-79FF-4BF1-A0FC-97D373DB8F09}" srcOrd="5" destOrd="0" presId="urn:microsoft.com/office/officeart/2018/2/layout/IconVerticalSolidList"/>
    <dgm:cxn modelId="{9576E3B0-FC82-48C2-A7BB-F51C9C9B8CDD}" type="presParOf" srcId="{EFAC1A40-8B6A-489B-94DD-FFEA98E106FD}" destId="{51A45BA2-FCBF-490D-B78A-9DC0C3BFB75D}" srcOrd="6" destOrd="0" presId="urn:microsoft.com/office/officeart/2018/2/layout/IconVerticalSolidList"/>
    <dgm:cxn modelId="{594D8C0A-04FA-4F09-9653-327E133B91FD}" type="presParOf" srcId="{51A45BA2-FCBF-490D-B78A-9DC0C3BFB75D}" destId="{A5D09CD3-9629-4DD8-A595-B7016C29DE68}" srcOrd="0" destOrd="0" presId="urn:microsoft.com/office/officeart/2018/2/layout/IconVerticalSolidList"/>
    <dgm:cxn modelId="{999F8D49-E1C4-4ED2-9E72-1DE0B089A03D}" type="presParOf" srcId="{51A45BA2-FCBF-490D-B78A-9DC0C3BFB75D}" destId="{0B9EB911-80F6-4712-95C8-02879E0A973A}" srcOrd="1" destOrd="0" presId="urn:microsoft.com/office/officeart/2018/2/layout/IconVerticalSolidList"/>
    <dgm:cxn modelId="{49FE69F8-BA5C-48AC-AF47-84271B89C636}" type="presParOf" srcId="{51A45BA2-FCBF-490D-B78A-9DC0C3BFB75D}" destId="{8223FE77-25F6-4FED-8F92-F679EECC6E97}" srcOrd="2" destOrd="0" presId="urn:microsoft.com/office/officeart/2018/2/layout/IconVerticalSolidList"/>
    <dgm:cxn modelId="{523348BB-6BC3-4A56-9317-EEA1520D859C}" type="presParOf" srcId="{51A45BA2-FCBF-490D-B78A-9DC0C3BFB75D}" destId="{E60362E2-016A-4AF5-BC73-AEC17227067B}" srcOrd="3" destOrd="0" presId="urn:microsoft.com/office/officeart/2018/2/layout/IconVerticalSolidList"/>
    <dgm:cxn modelId="{15FAD2F1-8772-4B56-88AB-5F3E83C5B94E}" type="presParOf" srcId="{EFAC1A40-8B6A-489B-94DD-FFEA98E106FD}" destId="{ABE557A5-1219-45CB-854F-A16CB00F06BD}" srcOrd="7" destOrd="0" presId="urn:microsoft.com/office/officeart/2018/2/layout/IconVerticalSolidList"/>
    <dgm:cxn modelId="{B65231B1-2004-4E45-8851-5634FBE5322C}" type="presParOf" srcId="{EFAC1A40-8B6A-489B-94DD-FFEA98E106FD}" destId="{AA78809C-A4EB-41EC-BDF6-5F250E97FD98}" srcOrd="8" destOrd="0" presId="urn:microsoft.com/office/officeart/2018/2/layout/IconVerticalSolidList"/>
    <dgm:cxn modelId="{9E19F2B0-A324-4059-A208-0E6D1108BF4C}" type="presParOf" srcId="{AA78809C-A4EB-41EC-BDF6-5F250E97FD98}" destId="{1CE9E8D6-7945-4F6C-92D3-AA8C016263E0}" srcOrd="0" destOrd="0" presId="urn:microsoft.com/office/officeart/2018/2/layout/IconVerticalSolidList"/>
    <dgm:cxn modelId="{316FF114-B948-4294-83ED-09090741CE00}" type="presParOf" srcId="{AA78809C-A4EB-41EC-BDF6-5F250E97FD98}" destId="{118B7B00-EC2A-4A4D-A6C1-9D0F6C10F9DF}" srcOrd="1" destOrd="0" presId="urn:microsoft.com/office/officeart/2018/2/layout/IconVerticalSolidList"/>
    <dgm:cxn modelId="{CDFF36DA-13C3-4085-AA89-CA221B635B47}" type="presParOf" srcId="{AA78809C-A4EB-41EC-BDF6-5F250E97FD98}" destId="{E832157B-6A82-4D6E-A489-22A1A2389E50}" srcOrd="2" destOrd="0" presId="urn:microsoft.com/office/officeart/2018/2/layout/IconVerticalSolidList"/>
    <dgm:cxn modelId="{69B98184-B971-4156-A837-0B81E11EA2F6}" type="presParOf" srcId="{AA78809C-A4EB-41EC-BDF6-5F250E97FD98}" destId="{CE8F4714-C471-42FC-BCCF-429F6F664B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54EDB4-64BE-4623-A161-287598FA9A6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9E240EC-4A5D-4153-90C0-BF4087BDC092}">
      <dgm:prSet/>
      <dgm:spPr/>
      <dgm:t>
        <a:bodyPr/>
        <a:lstStyle/>
        <a:p>
          <a:r>
            <a:rPr lang="en-US"/>
            <a:t>Memberikan gambaran alur proses dari suatu program.</a:t>
          </a:r>
        </a:p>
      </dgm:t>
    </dgm:pt>
    <dgm:pt modelId="{4D13BB30-1B9B-491F-934E-BD14DB4300F9}" type="parTrans" cxnId="{48A78C39-3AD8-49EA-989B-70276A533ADA}">
      <dgm:prSet/>
      <dgm:spPr/>
      <dgm:t>
        <a:bodyPr/>
        <a:lstStyle/>
        <a:p>
          <a:endParaRPr lang="en-US"/>
        </a:p>
      </dgm:t>
    </dgm:pt>
    <dgm:pt modelId="{9C0B9A5C-4044-49DE-8300-F6F01F614BC2}" type="sibTrans" cxnId="{48A78C39-3AD8-49EA-989B-70276A533ADA}">
      <dgm:prSet/>
      <dgm:spPr/>
      <dgm:t>
        <a:bodyPr/>
        <a:lstStyle/>
        <a:p>
          <a:endParaRPr lang="en-US"/>
        </a:p>
      </dgm:t>
    </dgm:pt>
    <dgm:pt modelId="{F1806193-A483-4460-955F-81D42924D028}">
      <dgm:prSet/>
      <dgm:spPr/>
      <dgm:t>
        <a:bodyPr/>
        <a:lstStyle/>
        <a:p>
          <a:r>
            <a:rPr lang="en-US"/>
            <a:t>Memudahkan orang dalam memahami alur proses dari suatu program.</a:t>
          </a:r>
        </a:p>
      </dgm:t>
    </dgm:pt>
    <dgm:pt modelId="{DC2B8B16-B166-4E7B-991B-7072E098F404}" type="parTrans" cxnId="{C3B6BA4E-2899-435F-968A-A753105F6D75}">
      <dgm:prSet/>
      <dgm:spPr/>
      <dgm:t>
        <a:bodyPr/>
        <a:lstStyle/>
        <a:p>
          <a:endParaRPr lang="en-US"/>
        </a:p>
      </dgm:t>
    </dgm:pt>
    <dgm:pt modelId="{F899BB2B-0B55-4FD0-9949-F80C7894CB28}" type="sibTrans" cxnId="{C3B6BA4E-2899-435F-968A-A753105F6D75}">
      <dgm:prSet/>
      <dgm:spPr/>
      <dgm:t>
        <a:bodyPr/>
        <a:lstStyle/>
        <a:p>
          <a:endParaRPr lang="en-US"/>
        </a:p>
      </dgm:t>
    </dgm:pt>
    <dgm:pt modelId="{A32C236A-ED27-40B4-A9BD-99C860D1B632}">
      <dgm:prSet/>
      <dgm:spPr/>
      <dgm:t>
        <a:bodyPr/>
        <a:lstStyle/>
        <a:p>
          <a:r>
            <a:rPr lang="en-US"/>
            <a:t>Acuan dalam mengembangkan aplikasi.</a:t>
          </a:r>
        </a:p>
      </dgm:t>
    </dgm:pt>
    <dgm:pt modelId="{862D7899-91E1-4737-9F08-E066C858FF4B}" type="parTrans" cxnId="{9601552B-D29F-4D55-B851-0EA563B318EC}">
      <dgm:prSet/>
      <dgm:spPr/>
      <dgm:t>
        <a:bodyPr/>
        <a:lstStyle/>
        <a:p>
          <a:endParaRPr lang="en-US"/>
        </a:p>
      </dgm:t>
    </dgm:pt>
    <dgm:pt modelId="{13DEA881-DB42-460C-8A0B-26861567B7E4}" type="sibTrans" cxnId="{9601552B-D29F-4D55-B851-0EA563B318EC}">
      <dgm:prSet/>
      <dgm:spPr/>
      <dgm:t>
        <a:bodyPr/>
        <a:lstStyle/>
        <a:p>
          <a:endParaRPr lang="en-US"/>
        </a:p>
      </dgm:t>
    </dgm:pt>
    <dgm:pt modelId="{133EA053-C780-4C78-9F52-611B70520A89}" type="pres">
      <dgm:prSet presAssocID="{2A54EDB4-64BE-4623-A161-287598FA9A61}" presName="linear" presStyleCnt="0">
        <dgm:presLayoutVars>
          <dgm:animLvl val="lvl"/>
          <dgm:resizeHandles val="exact"/>
        </dgm:presLayoutVars>
      </dgm:prSet>
      <dgm:spPr/>
    </dgm:pt>
    <dgm:pt modelId="{C62348B0-CD19-42C8-9D42-689A4B07EE1F}" type="pres">
      <dgm:prSet presAssocID="{D9E240EC-4A5D-4153-90C0-BF4087BDC09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709D3CF-831B-4E05-8A47-F96ACDB552AC}" type="pres">
      <dgm:prSet presAssocID="{9C0B9A5C-4044-49DE-8300-F6F01F614BC2}" presName="spacer" presStyleCnt="0"/>
      <dgm:spPr/>
    </dgm:pt>
    <dgm:pt modelId="{7F7C44F7-969B-4A96-88D0-E5FA53024A5F}" type="pres">
      <dgm:prSet presAssocID="{F1806193-A483-4460-955F-81D42924D02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E748C49-68AF-4B41-9C03-84DB53D45B72}" type="pres">
      <dgm:prSet presAssocID="{F899BB2B-0B55-4FD0-9949-F80C7894CB28}" presName="spacer" presStyleCnt="0"/>
      <dgm:spPr/>
    </dgm:pt>
    <dgm:pt modelId="{CEA7079C-8CE0-4170-9F2D-BB17C44FDDD0}" type="pres">
      <dgm:prSet presAssocID="{A32C236A-ED27-40B4-A9BD-99C860D1B63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9633506-00C6-40CE-A758-DCD1C9A08AC4}" type="presOf" srcId="{2A54EDB4-64BE-4623-A161-287598FA9A61}" destId="{133EA053-C780-4C78-9F52-611B70520A89}" srcOrd="0" destOrd="0" presId="urn:microsoft.com/office/officeart/2005/8/layout/vList2"/>
    <dgm:cxn modelId="{9601552B-D29F-4D55-B851-0EA563B318EC}" srcId="{2A54EDB4-64BE-4623-A161-287598FA9A61}" destId="{A32C236A-ED27-40B4-A9BD-99C860D1B632}" srcOrd="2" destOrd="0" parTransId="{862D7899-91E1-4737-9F08-E066C858FF4B}" sibTransId="{13DEA881-DB42-460C-8A0B-26861567B7E4}"/>
    <dgm:cxn modelId="{48A78C39-3AD8-49EA-989B-70276A533ADA}" srcId="{2A54EDB4-64BE-4623-A161-287598FA9A61}" destId="{D9E240EC-4A5D-4153-90C0-BF4087BDC092}" srcOrd="0" destOrd="0" parTransId="{4D13BB30-1B9B-491F-934E-BD14DB4300F9}" sibTransId="{9C0B9A5C-4044-49DE-8300-F6F01F614BC2}"/>
    <dgm:cxn modelId="{C3B6BA4E-2899-435F-968A-A753105F6D75}" srcId="{2A54EDB4-64BE-4623-A161-287598FA9A61}" destId="{F1806193-A483-4460-955F-81D42924D028}" srcOrd="1" destOrd="0" parTransId="{DC2B8B16-B166-4E7B-991B-7072E098F404}" sibTransId="{F899BB2B-0B55-4FD0-9949-F80C7894CB28}"/>
    <dgm:cxn modelId="{3418AA4F-A7F5-4291-834E-7E0EA0C52CD7}" type="presOf" srcId="{F1806193-A483-4460-955F-81D42924D028}" destId="{7F7C44F7-969B-4A96-88D0-E5FA53024A5F}" srcOrd="0" destOrd="0" presId="urn:microsoft.com/office/officeart/2005/8/layout/vList2"/>
    <dgm:cxn modelId="{15190C75-7102-49BB-BDD3-D386E6D7BF57}" type="presOf" srcId="{D9E240EC-4A5D-4153-90C0-BF4087BDC092}" destId="{C62348B0-CD19-42C8-9D42-689A4B07EE1F}" srcOrd="0" destOrd="0" presId="urn:microsoft.com/office/officeart/2005/8/layout/vList2"/>
    <dgm:cxn modelId="{B4CB1AEF-6654-4C51-B2AA-0C29C85858E2}" type="presOf" srcId="{A32C236A-ED27-40B4-A9BD-99C860D1B632}" destId="{CEA7079C-8CE0-4170-9F2D-BB17C44FDDD0}" srcOrd="0" destOrd="0" presId="urn:microsoft.com/office/officeart/2005/8/layout/vList2"/>
    <dgm:cxn modelId="{810DE0C7-F70B-445B-85F9-62754FD91889}" type="presParOf" srcId="{133EA053-C780-4C78-9F52-611B70520A89}" destId="{C62348B0-CD19-42C8-9D42-689A4B07EE1F}" srcOrd="0" destOrd="0" presId="urn:microsoft.com/office/officeart/2005/8/layout/vList2"/>
    <dgm:cxn modelId="{6E2C0C9A-D345-4AA7-8950-40B6B70260C4}" type="presParOf" srcId="{133EA053-C780-4C78-9F52-611B70520A89}" destId="{4709D3CF-831B-4E05-8A47-F96ACDB552AC}" srcOrd="1" destOrd="0" presId="urn:microsoft.com/office/officeart/2005/8/layout/vList2"/>
    <dgm:cxn modelId="{CAE5EAF9-A55F-4B98-939D-283F3C74095B}" type="presParOf" srcId="{133EA053-C780-4C78-9F52-611B70520A89}" destId="{7F7C44F7-969B-4A96-88D0-E5FA53024A5F}" srcOrd="2" destOrd="0" presId="urn:microsoft.com/office/officeart/2005/8/layout/vList2"/>
    <dgm:cxn modelId="{26817201-B46C-4E4C-A845-F1E572BC5F91}" type="presParOf" srcId="{133EA053-C780-4C78-9F52-611B70520A89}" destId="{4E748C49-68AF-4B41-9C03-84DB53D45B72}" srcOrd="3" destOrd="0" presId="urn:microsoft.com/office/officeart/2005/8/layout/vList2"/>
    <dgm:cxn modelId="{E68C34A6-E8BC-4395-85DE-5676E482B1C5}" type="presParOf" srcId="{133EA053-C780-4C78-9F52-611B70520A89}" destId="{CEA7079C-8CE0-4170-9F2D-BB17C44FDDD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FFC71F6-9140-430E-8D60-BC261FD88C84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A0D6863-0B87-4F88-83D6-074FBAFDCAB4}">
      <dgm:prSet/>
      <dgm:spPr/>
      <dgm:t>
        <a:bodyPr/>
        <a:lstStyle/>
        <a:p>
          <a:r>
            <a:rPr lang="en-US"/>
            <a:t>Flowchart Proses</a:t>
          </a:r>
        </a:p>
      </dgm:t>
    </dgm:pt>
    <dgm:pt modelId="{A2FF9E38-A83E-4FD1-ADF7-B19D13845182}" type="parTrans" cxnId="{99FDE1AE-4FA3-401F-A8E4-FF5B2C053CCE}">
      <dgm:prSet/>
      <dgm:spPr/>
      <dgm:t>
        <a:bodyPr/>
        <a:lstStyle/>
        <a:p>
          <a:endParaRPr lang="en-US"/>
        </a:p>
      </dgm:t>
    </dgm:pt>
    <dgm:pt modelId="{0BCE7C6E-9162-4A2B-8BFB-EC7989178F37}" type="sibTrans" cxnId="{99FDE1AE-4FA3-401F-A8E4-FF5B2C053CCE}">
      <dgm:prSet/>
      <dgm:spPr/>
      <dgm:t>
        <a:bodyPr/>
        <a:lstStyle/>
        <a:p>
          <a:endParaRPr lang="en-US"/>
        </a:p>
      </dgm:t>
    </dgm:pt>
    <dgm:pt modelId="{B2F120B5-E88D-469A-A4A4-EA48681F0F1F}">
      <dgm:prSet/>
      <dgm:spPr/>
      <dgm:t>
        <a:bodyPr/>
        <a:lstStyle/>
        <a:p>
          <a:r>
            <a:rPr lang="en-US"/>
            <a:t>Menggambarkan proses pada suatu prosedur.</a:t>
          </a:r>
        </a:p>
      </dgm:t>
    </dgm:pt>
    <dgm:pt modelId="{48420A7C-0A7B-4EFD-B47E-2FF2455FC8D7}" type="parTrans" cxnId="{9D754B33-16FE-49D8-BC22-2C407A13ED6D}">
      <dgm:prSet/>
      <dgm:spPr/>
      <dgm:t>
        <a:bodyPr/>
        <a:lstStyle/>
        <a:p>
          <a:endParaRPr lang="en-US"/>
        </a:p>
      </dgm:t>
    </dgm:pt>
    <dgm:pt modelId="{D1E50D37-7BCC-4420-9C70-CA3E4C0FA25D}" type="sibTrans" cxnId="{9D754B33-16FE-49D8-BC22-2C407A13ED6D}">
      <dgm:prSet/>
      <dgm:spPr/>
      <dgm:t>
        <a:bodyPr/>
        <a:lstStyle/>
        <a:p>
          <a:endParaRPr lang="en-US"/>
        </a:p>
      </dgm:t>
    </dgm:pt>
    <dgm:pt modelId="{49D6B9B3-1991-4546-BC61-C4AFF24B9397}">
      <dgm:prSet/>
      <dgm:spPr/>
      <dgm:t>
        <a:bodyPr/>
        <a:lstStyle/>
        <a:p>
          <a:r>
            <a:rPr lang="en-US"/>
            <a:t>Flowchart Dokumen</a:t>
          </a:r>
        </a:p>
      </dgm:t>
    </dgm:pt>
    <dgm:pt modelId="{2CFEACAD-5527-4DEA-B992-40E336D83EC9}" type="parTrans" cxnId="{C022601B-17CD-4795-8586-706641FE2009}">
      <dgm:prSet/>
      <dgm:spPr/>
      <dgm:t>
        <a:bodyPr/>
        <a:lstStyle/>
        <a:p>
          <a:endParaRPr lang="en-US"/>
        </a:p>
      </dgm:t>
    </dgm:pt>
    <dgm:pt modelId="{D112C4FB-A0E0-459E-9586-302485F0DE31}" type="sibTrans" cxnId="{C022601B-17CD-4795-8586-706641FE2009}">
      <dgm:prSet/>
      <dgm:spPr/>
      <dgm:t>
        <a:bodyPr/>
        <a:lstStyle/>
        <a:p>
          <a:endParaRPr lang="en-US"/>
        </a:p>
      </dgm:t>
    </dgm:pt>
    <dgm:pt modelId="{D37482AA-DD3A-485F-9DE8-D23B387C5DE4}">
      <dgm:prSet/>
      <dgm:spPr/>
      <dgm:t>
        <a:bodyPr/>
        <a:lstStyle/>
        <a:p>
          <a:r>
            <a:rPr lang="en-US"/>
            <a:t>Diagram alir yang menunjukkan informasi tentang arus laporan atau formulir (dokumen).</a:t>
          </a:r>
        </a:p>
      </dgm:t>
    </dgm:pt>
    <dgm:pt modelId="{ECE2B0E9-F765-4055-871D-EF4644D762FC}" type="parTrans" cxnId="{7719D703-F5B4-4365-95C3-33F8704CF564}">
      <dgm:prSet/>
      <dgm:spPr/>
      <dgm:t>
        <a:bodyPr/>
        <a:lstStyle/>
        <a:p>
          <a:endParaRPr lang="en-US"/>
        </a:p>
      </dgm:t>
    </dgm:pt>
    <dgm:pt modelId="{9D0892A4-57C9-47F6-B7BD-6E1A16B3FA22}" type="sibTrans" cxnId="{7719D703-F5B4-4365-95C3-33F8704CF564}">
      <dgm:prSet/>
      <dgm:spPr/>
      <dgm:t>
        <a:bodyPr/>
        <a:lstStyle/>
        <a:p>
          <a:endParaRPr lang="en-US"/>
        </a:p>
      </dgm:t>
    </dgm:pt>
    <dgm:pt modelId="{EC6B8084-0673-4836-8B71-06596925445B}">
      <dgm:prSet/>
      <dgm:spPr/>
      <dgm:t>
        <a:bodyPr/>
        <a:lstStyle/>
        <a:p>
          <a:r>
            <a:rPr lang="en-US"/>
            <a:t>Flowchart Sistem</a:t>
          </a:r>
        </a:p>
      </dgm:t>
    </dgm:pt>
    <dgm:pt modelId="{C52AED0F-566D-4EE7-9D3E-F9C6D572BD58}" type="parTrans" cxnId="{EC3B50D6-666B-4873-8F2E-66C74EC93B90}">
      <dgm:prSet/>
      <dgm:spPr/>
      <dgm:t>
        <a:bodyPr/>
        <a:lstStyle/>
        <a:p>
          <a:endParaRPr lang="en-US"/>
        </a:p>
      </dgm:t>
    </dgm:pt>
    <dgm:pt modelId="{6230E039-FD0E-48AA-B389-F1A605AFA039}" type="sibTrans" cxnId="{EC3B50D6-666B-4873-8F2E-66C74EC93B90}">
      <dgm:prSet/>
      <dgm:spPr/>
      <dgm:t>
        <a:bodyPr/>
        <a:lstStyle/>
        <a:p>
          <a:endParaRPr lang="en-US"/>
        </a:p>
      </dgm:t>
    </dgm:pt>
    <dgm:pt modelId="{FD75834F-8990-46A4-84EF-C9B08E376BFC}">
      <dgm:prSet/>
      <dgm:spPr/>
      <dgm:t>
        <a:bodyPr/>
        <a:lstStyle/>
        <a:p>
          <a:r>
            <a:rPr lang="en-US"/>
            <a:t>Diagram alir yang menggambarkan arus dari pekerjaan secara menyeluruh pada suatu sistem.</a:t>
          </a:r>
        </a:p>
      </dgm:t>
    </dgm:pt>
    <dgm:pt modelId="{F799F500-0A62-4358-9A7E-05AC09A736CB}" type="parTrans" cxnId="{090C27F9-E138-426B-9B95-285FD3504488}">
      <dgm:prSet/>
      <dgm:spPr/>
      <dgm:t>
        <a:bodyPr/>
        <a:lstStyle/>
        <a:p>
          <a:endParaRPr lang="en-US"/>
        </a:p>
      </dgm:t>
    </dgm:pt>
    <dgm:pt modelId="{C8B99A57-CA5E-44CC-BE00-D1FF27585D74}" type="sibTrans" cxnId="{090C27F9-E138-426B-9B95-285FD3504488}">
      <dgm:prSet/>
      <dgm:spPr/>
      <dgm:t>
        <a:bodyPr/>
        <a:lstStyle/>
        <a:p>
          <a:endParaRPr lang="en-US"/>
        </a:p>
      </dgm:t>
    </dgm:pt>
    <dgm:pt modelId="{166AD0B8-C8BB-4C71-894B-D786276702E5}">
      <dgm:prSet/>
      <dgm:spPr/>
      <dgm:t>
        <a:bodyPr/>
        <a:lstStyle/>
        <a:p>
          <a:r>
            <a:rPr lang="en-US"/>
            <a:t>Flowchart Skematis</a:t>
          </a:r>
        </a:p>
      </dgm:t>
    </dgm:pt>
    <dgm:pt modelId="{8FB971EE-3F50-4F29-A0F0-437D834C43EE}" type="parTrans" cxnId="{E441B9A5-00AE-422E-9CEF-B5E995F6B6DC}">
      <dgm:prSet/>
      <dgm:spPr/>
      <dgm:t>
        <a:bodyPr/>
        <a:lstStyle/>
        <a:p>
          <a:endParaRPr lang="en-US"/>
        </a:p>
      </dgm:t>
    </dgm:pt>
    <dgm:pt modelId="{CB73D473-F263-4CF3-BF10-5FD8BBF98545}" type="sibTrans" cxnId="{E441B9A5-00AE-422E-9CEF-B5E995F6B6DC}">
      <dgm:prSet/>
      <dgm:spPr/>
      <dgm:t>
        <a:bodyPr/>
        <a:lstStyle/>
        <a:p>
          <a:endParaRPr lang="en-US"/>
        </a:p>
      </dgm:t>
    </dgm:pt>
    <dgm:pt modelId="{AB06CE9C-1124-4696-9A95-BB225338B0E0}">
      <dgm:prSet/>
      <dgm:spPr/>
      <dgm:t>
        <a:bodyPr/>
        <a:lstStyle/>
        <a:p>
          <a:r>
            <a:rPr lang="en-US"/>
            <a:t>Mirip seperti flowchart sistem, namun flowchart skematis juga menggunakan notasi-notasi yang digunakan pada suatu sistem.</a:t>
          </a:r>
        </a:p>
      </dgm:t>
    </dgm:pt>
    <dgm:pt modelId="{775AD9CC-8B80-4AC4-8311-1B57EC38B9C4}" type="parTrans" cxnId="{85B19323-6506-4075-A8A3-D8E0533615CB}">
      <dgm:prSet/>
      <dgm:spPr/>
      <dgm:t>
        <a:bodyPr/>
        <a:lstStyle/>
        <a:p>
          <a:endParaRPr lang="en-US"/>
        </a:p>
      </dgm:t>
    </dgm:pt>
    <dgm:pt modelId="{ADE31CBC-0743-4B8D-975F-E9D795F102BD}" type="sibTrans" cxnId="{85B19323-6506-4075-A8A3-D8E0533615CB}">
      <dgm:prSet/>
      <dgm:spPr/>
      <dgm:t>
        <a:bodyPr/>
        <a:lstStyle/>
        <a:p>
          <a:endParaRPr lang="en-US"/>
        </a:p>
      </dgm:t>
    </dgm:pt>
    <dgm:pt modelId="{A541B2F7-FDDE-4948-B974-2D0EB2C0B19A}">
      <dgm:prSet/>
      <dgm:spPr/>
      <dgm:t>
        <a:bodyPr/>
        <a:lstStyle/>
        <a:p>
          <a:r>
            <a:rPr lang="en-US" b="1"/>
            <a:t>Flowchart Program</a:t>
          </a:r>
          <a:endParaRPr lang="en-US"/>
        </a:p>
      </dgm:t>
    </dgm:pt>
    <dgm:pt modelId="{CB51DD6A-E72A-4B7E-8019-C06411D2DFB7}" type="parTrans" cxnId="{361DC074-3910-4E95-8D3D-F2370D8AB2DE}">
      <dgm:prSet/>
      <dgm:spPr/>
      <dgm:t>
        <a:bodyPr/>
        <a:lstStyle/>
        <a:p>
          <a:endParaRPr lang="en-US"/>
        </a:p>
      </dgm:t>
    </dgm:pt>
    <dgm:pt modelId="{D3909057-4902-4974-9EC8-C65654AABA80}" type="sibTrans" cxnId="{361DC074-3910-4E95-8D3D-F2370D8AB2DE}">
      <dgm:prSet/>
      <dgm:spPr/>
      <dgm:t>
        <a:bodyPr/>
        <a:lstStyle/>
        <a:p>
          <a:endParaRPr lang="en-US"/>
        </a:p>
      </dgm:t>
    </dgm:pt>
    <dgm:pt modelId="{A0765247-EE23-40BC-A39A-3710806284EE}">
      <dgm:prSet/>
      <dgm:spPr/>
      <dgm:t>
        <a:bodyPr/>
        <a:lstStyle/>
        <a:p>
          <a:r>
            <a:rPr lang="en-US"/>
            <a:t>Diagram alir yang memberikan informasi terkait langkah-langkah yang berasal dari sebuah proses pada suatu program.</a:t>
          </a:r>
        </a:p>
      </dgm:t>
    </dgm:pt>
    <dgm:pt modelId="{38F06CE0-3B11-42A3-BB27-1BB06C54C3A1}" type="parTrans" cxnId="{DD47F475-A692-417B-9CBA-0697F5D20C46}">
      <dgm:prSet/>
      <dgm:spPr/>
      <dgm:t>
        <a:bodyPr/>
        <a:lstStyle/>
        <a:p>
          <a:endParaRPr lang="en-US"/>
        </a:p>
      </dgm:t>
    </dgm:pt>
    <dgm:pt modelId="{44700502-196C-4B4D-A0B4-00B5869E8530}" type="sibTrans" cxnId="{DD47F475-A692-417B-9CBA-0697F5D20C46}">
      <dgm:prSet/>
      <dgm:spPr/>
      <dgm:t>
        <a:bodyPr/>
        <a:lstStyle/>
        <a:p>
          <a:endParaRPr lang="en-US"/>
        </a:p>
      </dgm:t>
    </dgm:pt>
    <dgm:pt modelId="{54EA757C-EC3E-4BB9-9DCD-4CFEEB42C3EB}" type="pres">
      <dgm:prSet presAssocID="{1FFC71F6-9140-430E-8D60-BC261FD88C84}" presName="linear" presStyleCnt="0">
        <dgm:presLayoutVars>
          <dgm:animLvl val="lvl"/>
          <dgm:resizeHandles val="exact"/>
        </dgm:presLayoutVars>
      </dgm:prSet>
      <dgm:spPr/>
    </dgm:pt>
    <dgm:pt modelId="{93DA7A00-73AB-446A-B0BD-6A011FD4E0C4}" type="pres">
      <dgm:prSet presAssocID="{3A0D6863-0B87-4F88-83D6-074FBAFDCAB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83C3DF8-6BBB-48F8-9835-7DA513965C10}" type="pres">
      <dgm:prSet presAssocID="{3A0D6863-0B87-4F88-83D6-074FBAFDCAB4}" presName="childText" presStyleLbl="revTx" presStyleIdx="0" presStyleCnt="5">
        <dgm:presLayoutVars>
          <dgm:bulletEnabled val="1"/>
        </dgm:presLayoutVars>
      </dgm:prSet>
      <dgm:spPr/>
    </dgm:pt>
    <dgm:pt modelId="{A0D1F21B-528F-4931-A939-63CC1B2ADA65}" type="pres">
      <dgm:prSet presAssocID="{49D6B9B3-1991-4546-BC61-C4AFF24B939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241D8B4-65B1-498D-A7B2-414CD56B71A2}" type="pres">
      <dgm:prSet presAssocID="{49D6B9B3-1991-4546-BC61-C4AFF24B9397}" presName="childText" presStyleLbl="revTx" presStyleIdx="1" presStyleCnt="5">
        <dgm:presLayoutVars>
          <dgm:bulletEnabled val="1"/>
        </dgm:presLayoutVars>
      </dgm:prSet>
      <dgm:spPr/>
    </dgm:pt>
    <dgm:pt modelId="{B60CE665-5613-4CED-8BA1-F9D2163CCC70}" type="pres">
      <dgm:prSet presAssocID="{EC6B8084-0673-4836-8B71-06596925445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4B3D8B0-0CF2-4B4C-91E9-8BDFDB3BD023}" type="pres">
      <dgm:prSet presAssocID="{EC6B8084-0673-4836-8B71-06596925445B}" presName="childText" presStyleLbl="revTx" presStyleIdx="2" presStyleCnt="5">
        <dgm:presLayoutVars>
          <dgm:bulletEnabled val="1"/>
        </dgm:presLayoutVars>
      </dgm:prSet>
      <dgm:spPr/>
    </dgm:pt>
    <dgm:pt modelId="{8391588B-5A8E-403C-8C67-4567FF5311E4}" type="pres">
      <dgm:prSet presAssocID="{166AD0B8-C8BB-4C71-894B-D786276702E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332E770-F8CE-454C-A774-BD07BB48CA3A}" type="pres">
      <dgm:prSet presAssocID="{166AD0B8-C8BB-4C71-894B-D786276702E5}" presName="childText" presStyleLbl="revTx" presStyleIdx="3" presStyleCnt="5">
        <dgm:presLayoutVars>
          <dgm:bulletEnabled val="1"/>
        </dgm:presLayoutVars>
      </dgm:prSet>
      <dgm:spPr/>
    </dgm:pt>
    <dgm:pt modelId="{D9946184-3415-4E71-90A2-63907BF509DF}" type="pres">
      <dgm:prSet presAssocID="{A541B2F7-FDDE-4948-B974-2D0EB2C0B19A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01392C0-5021-4388-8E0B-9952FF1D4448}" type="pres">
      <dgm:prSet presAssocID="{A541B2F7-FDDE-4948-B974-2D0EB2C0B19A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7719D703-F5B4-4365-95C3-33F8704CF564}" srcId="{49D6B9B3-1991-4546-BC61-C4AFF24B9397}" destId="{D37482AA-DD3A-485F-9DE8-D23B387C5DE4}" srcOrd="0" destOrd="0" parTransId="{ECE2B0E9-F765-4055-871D-EF4644D762FC}" sibTransId="{9D0892A4-57C9-47F6-B7BD-6E1A16B3FA22}"/>
    <dgm:cxn modelId="{E1257E15-A3D8-4205-9E85-261CBE460BC7}" type="presOf" srcId="{AB06CE9C-1124-4696-9A95-BB225338B0E0}" destId="{A332E770-F8CE-454C-A774-BD07BB48CA3A}" srcOrd="0" destOrd="0" presId="urn:microsoft.com/office/officeart/2005/8/layout/vList2"/>
    <dgm:cxn modelId="{C022601B-17CD-4795-8586-706641FE2009}" srcId="{1FFC71F6-9140-430E-8D60-BC261FD88C84}" destId="{49D6B9B3-1991-4546-BC61-C4AFF24B9397}" srcOrd="1" destOrd="0" parTransId="{2CFEACAD-5527-4DEA-B992-40E336D83EC9}" sibTransId="{D112C4FB-A0E0-459E-9586-302485F0DE31}"/>
    <dgm:cxn modelId="{FD840922-A90E-4033-8053-FA980DC2470B}" type="presOf" srcId="{EC6B8084-0673-4836-8B71-06596925445B}" destId="{B60CE665-5613-4CED-8BA1-F9D2163CCC70}" srcOrd="0" destOrd="0" presId="urn:microsoft.com/office/officeart/2005/8/layout/vList2"/>
    <dgm:cxn modelId="{85B19323-6506-4075-A8A3-D8E0533615CB}" srcId="{166AD0B8-C8BB-4C71-894B-D786276702E5}" destId="{AB06CE9C-1124-4696-9A95-BB225338B0E0}" srcOrd="0" destOrd="0" parTransId="{775AD9CC-8B80-4AC4-8311-1B57EC38B9C4}" sibTransId="{ADE31CBC-0743-4B8D-975F-E9D795F102BD}"/>
    <dgm:cxn modelId="{EC34AA2C-6CA6-420A-841A-51A095C98607}" type="presOf" srcId="{A0765247-EE23-40BC-A39A-3710806284EE}" destId="{401392C0-5021-4388-8E0B-9952FF1D4448}" srcOrd="0" destOrd="0" presId="urn:microsoft.com/office/officeart/2005/8/layout/vList2"/>
    <dgm:cxn modelId="{9D754B33-16FE-49D8-BC22-2C407A13ED6D}" srcId="{3A0D6863-0B87-4F88-83D6-074FBAFDCAB4}" destId="{B2F120B5-E88D-469A-A4A4-EA48681F0F1F}" srcOrd="0" destOrd="0" parTransId="{48420A7C-0A7B-4EFD-B47E-2FF2455FC8D7}" sibTransId="{D1E50D37-7BCC-4420-9C70-CA3E4C0FA25D}"/>
    <dgm:cxn modelId="{EC463660-E134-4CD7-A4C6-2E77167AD7F4}" type="presOf" srcId="{49D6B9B3-1991-4546-BC61-C4AFF24B9397}" destId="{A0D1F21B-528F-4931-A939-63CC1B2ADA65}" srcOrd="0" destOrd="0" presId="urn:microsoft.com/office/officeart/2005/8/layout/vList2"/>
    <dgm:cxn modelId="{826FC64F-5EE3-41C5-B410-8F8C5106E933}" type="presOf" srcId="{3A0D6863-0B87-4F88-83D6-074FBAFDCAB4}" destId="{93DA7A00-73AB-446A-B0BD-6A011FD4E0C4}" srcOrd="0" destOrd="0" presId="urn:microsoft.com/office/officeart/2005/8/layout/vList2"/>
    <dgm:cxn modelId="{361DC074-3910-4E95-8D3D-F2370D8AB2DE}" srcId="{1FFC71F6-9140-430E-8D60-BC261FD88C84}" destId="{A541B2F7-FDDE-4948-B974-2D0EB2C0B19A}" srcOrd="4" destOrd="0" parTransId="{CB51DD6A-E72A-4B7E-8019-C06411D2DFB7}" sibTransId="{D3909057-4902-4974-9EC8-C65654AABA80}"/>
    <dgm:cxn modelId="{DD47F475-A692-417B-9CBA-0697F5D20C46}" srcId="{A541B2F7-FDDE-4948-B974-2D0EB2C0B19A}" destId="{A0765247-EE23-40BC-A39A-3710806284EE}" srcOrd="0" destOrd="0" parTransId="{38F06CE0-3B11-42A3-BB27-1BB06C54C3A1}" sibTransId="{44700502-196C-4B4D-A0B4-00B5869E8530}"/>
    <dgm:cxn modelId="{7F295C76-0FF7-4AB2-9157-7D51A15F7A39}" type="presOf" srcId="{FD75834F-8990-46A4-84EF-C9B08E376BFC}" destId="{F4B3D8B0-0CF2-4B4C-91E9-8BDFDB3BD023}" srcOrd="0" destOrd="0" presId="urn:microsoft.com/office/officeart/2005/8/layout/vList2"/>
    <dgm:cxn modelId="{99A78076-08AE-42E3-AE06-473E11833781}" type="presOf" srcId="{166AD0B8-C8BB-4C71-894B-D786276702E5}" destId="{8391588B-5A8E-403C-8C67-4567FF5311E4}" srcOrd="0" destOrd="0" presId="urn:microsoft.com/office/officeart/2005/8/layout/vList2"/>
    <dgm:cxn modelId="{A1A29198-60EB-4C55-A83B-26904C50BF10}" type="presOf" srcId="{1FFC71F6-9140-430E-8D60-BC261FD88C84}" destId="{54EA757C-EC3E-4BB9-9DCD-4CFEEB42C3EB}" srcOrd="0" destOrd="0" presId="urn:microsoft.com/office/officeart/2005/8/layout/vList2"/>
    <dgm:cxn modelId="{E441B9A5-00AE-422E-9CEF-B5E995F6B6DC}" srcId="{1FFC71F6-9140-430E-8D60-BC261FD88C84}" destId="{166AD0B8-C8BB-4C71-894B-D786276702E5}" srcOrd="3" destOrd="0" parTransId="{8FB971EE-3F50-4F29-A0F0-437D834C43EE}" sibTransId="{CB73D473-F263-4CF3-BF10-5FD8BBF98545}"/>
    <dgm:cxn modelId="{039DB6A9-23CF-450E-B270-52AA977B6CE1}" type="presOf" srcId="{D37482AA-DD3A-485F-9DE8-D23B387C5DE4}" destId="{A241D8B4-65B1-498D-A7B2-414CD56B71A2}" srcOrd="0" destOrd="0" presId="urn:microsoft.com/office/officeart/2005/8/layout/vList2"/>
    <dgm:cxn modelId="{99FDE1AE-4FA3-401F-A8E4-FF5B2C053CCE}" srcId="{1FFC71F6-9140-430E-8D60-BC261FD88C84}" destId="{3A0D6863-0B87-4F88-83D6-074FBAFDCAB4}" srcOrd="0" destOrd="0" parTransId="{A2FF9E38-A83E-4FD1-ADF7-B19D13845182}" sibTransId="{0BCE7C6E-9162-4A2B-8BFB-EC7989178F37}"/>
    <dgm:cxn modelId="{CADC71B5-162B-4F03-9C0C-3C9D45518BAD}" type="presOf" srcId="{B2F120B5-E88D-469A-A4A4-EA48681F0F1F}" destId="{B83C3DF8-6BBB-48F8-9835-7DA513965C10}" srcOrd="0" destOrd="0" presId="urn:microsoft.com/office/officeart/2005/8/layout/vList2"/>
    <dgm:cxn modelId="{EC3B50D6-666B-4873-8F2E-66C74EC93B90}" srcId="{1FFC71F6-9140-430E-8D60-BC261FD88C84}" destId="{EC6B8084-0673-4836-8B71-06596925445B}" srcOrd="2" destOrd="0" parTransId="{C52AED0F-566D-4EE7-9D3E-F9C6D572BD58}" sibTransId="{6230E039-FD0E-48AA-B389-F1A605AFA039}"/>
    <dgm:cxn modelId="{090C27F9-E138-426B-9B95-285FD3504488}" srcId="{EC6B8084-0673-4836-8B71-06596925445B}" destId="{FD75834F-8990-46A4-84EF-C9B08E376BFC}" srcOrd="0" destOrd="0" parTransId="{F799F500-0A62-4358-9A7E-05AC09A736CB}" sibTransId="{C8B99A57-CA5E-44CC-BE00-D1FF27585D74}"/>
    <dgm:cxn modelId="{8B443DFB-F246-4AD9-B366-BEE1C64380D8}" type="presOf" srcId="{A541B2F7-FDDE-4948-B974-2D0EB2C0B19A}" destId="{D9946184-3415-4E71-90A2-63907BF509DF}" srcOrd="0" destOrd="0" presId="urn:microsoft.com/office/officeart/2005/8/layout/vList2"/>
    <dgm:cxn modelId="{790330F5-7910-4F9A-A781-526D09582295}" type="presParOf" srcId="{54EA757C-EC3E-4BB9-9DCD-4CFEEB42C3EB}" destId="{93DA7A00-73AB-446A-B0BD-6A011FD4E0C4}" srcOrd="0" destOrd="0" presId="urn:microsoft.com/office/officeart/2005/8/layout/vList2"/>
    <dgm:cxn modelId="{0FDCCA29-D3CA-4518-8146-A7AECC3F3014}" type="presParOf" srcId="{54EA757C-EC3E-4BB9-9DCD-4CFEEB42C3EB}" destId="{B83C3DF8-6BBB-48F8-9835-7DA513965C10}" srcOrd="1" destOrd="0" presId="urn:microsoft.com/office/officeart/2005/8/layout/vList2"/>
    <dgm:cxn modelId="{999506DE-0A7B-4CE4-8334-7D7FBFF5CAFE}" type="presParOf" srcId="{54EA757C-EC3E-4BB9-9DCD-4CFEEB42C3EB}" destId="{A0D1F21B-528F-4931-A939-63CC1B2ADA65}" srcOrd="2" destOrd="0" presId="urn:microsoft.com/office/officeart/2005/8/layout/vList2"/>
    <dgm:cxn modelId="{38D5A48B-B661-4ACB-AA79-F0FE18315264}" type="presParOf" srcId="{54EA757C-EC3E-4BB9-9DCD-4CFEEB42C3EB}" destId="{A241D8B4-65B1-498D-A7B2-414CD56B71A2}" srcOrd="3" destOrd="0" presId="urn:microsoft.com/office/officeart/2005/8/layout/vList2"/>
    <dgm:cxn modelId="{BFD439E2-7F2F-4A50-A2D4-4AD1FB449D60}" type="presParOf" srcId="{54EA757C-EC3E-4BB9-9DCD-4CFEEB42C3EB}" destId="{B60CE665-5613-4CED-8BA1-F9D2163CCC70}" srcOrd="4" destOrd="0" presId="urn:microsoft.com/office/officeart/2005/8/layout/vList2"/>
    <dgm:cxn modelId="{E346D6F5-F600-4774-BBB5-4EF9BBCE623E}" type="presParOf" srcId="{54EA757C-EC3E-4BB9-9DCD-4CFEEB42C3EB}" destId="{F4B3D8B0-0CF2-4B4C-91E9-8BDFDB3BD023}" srcOrd="5" destOrd="0" presId="urn:microsoft.com/office/officeart/2005/8/layout/vList2"/>
    <dgm:cxn modelId="{6686D9AF-8701-4F3A-B2EF-AB14664CE667}" type="presParOf" srcId="{54EA757C-EC3E-4BB9-9DCD-4CFEEB42C3EB}" destId="{8391588B-5A8E-403C-8C67-4567FF5311E4}" srcOrd="6" destOrd="0" presId="urn:microsoft.com/office/officeart/2005/8/layout/vList2"/>
    <dgm:cxn modelId="{D3854CC4-F692-4BF1-BEBA-B0714D50CDA1}" type="presParOf" srcId="{54EA757C-EC3E-4BB9-9DCD-4CFEEB42C3EB}" destId="{A332E770-F8CE-454C-A774-BD07BB48CA3A}" srcOrd="7" destOrd="0" presId="urn:microsoft.com/office/officeart/2005/8/layout/vList2"/>
    <dgm:cxn modelId="{C8D0A4CC-1C79-445A-A481-B0F7A5F83EF8}" type="presParOf" srcId="{54EA757C-EC3E-4BB9-9DCD-4CFEEB42C3EB}" destId="{D9946184-3415-4E71-90A2-63907BF509DF}" srcOrd="8" destOrd="0" presId="urn:microsoft.com/office/officeart/2005/8/layout/vList2"/>
    <dgm:cxn modelId="{8CD0B619-9C26-4226-94D6-EC4C47C10526}" type="presParOf" srcId="{54EA757C-EC3E-4BB9-9DCD-4CFEEB42C3EB}" destId="{401392C0-5021-4388-8E0B-9952FF1D4448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9BC731E-0505-4C94-8565-A61601B8A1D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57C975D-BF97-45E3-A555-86912A8CE17D}">
      <dgm:prSet/>
      <dgm:spPr/>
      <dgm:t>
        <a:bodyPr/>
        <a:lstStyle/>
        <a:p>
          <a:r>
            <a:rPr lang="en-US"/>
            <a:t>Merupakan deskripsi dari algoritma program yang ditulis lebih sederhana dari sintaks bahasa pemrograman yang sesungguhnya.</a:t>
          </a:r>
        </a:p>
      </dgm:t>
    </dgm:pt>
    <dgm:pt modelId="{ED44C1F3-99A7-4068-B155-EAE1545795CA}" type="parTrans" cxnId="{D9EA4E89-58C2-453C-8CF2-97B7E046AE1A}">
      <dgm:prSet/>
      <dgm:spPr/>
      <dgm:t>
        <a:bodyPr/>
        <a:lstStyle/>
        <a:p>
          <a:endParaRPr lang="en-US"/>
        </a:p>
      </dgm:t>
    </dgm:pt>
    <dgm:pt modelId="{FA2DDC28-33EF-4C52-BB46-3F76B500FE65}" type="sibTrans" cxnId="{D9EA4E89-58C2-453C-8CF2-97B7E046AE1A}">
      <dgm:prSet/>
      <dgm:spPr/>
      <dgm:t>
        <a:bodyPr/>
        <a:lstStyle/>
        <a:p>
          <a:endParaRPr lang="en-US"/>
        </a:p>
      </dgm:t>
    </dgm:pt>
    <dgm:pt modelId="{0AD72A45-967F-4289-9E9B-E984775D4AA2}">
      <dgm:prSet/>
      <dgm:spPr/>
      <dgm:t>
        <a:bodyPr/>
        <a:lstStyle/>
        <a:p>
          <a:r>
            <a:rPr lang="en-US"/>
            <a:t>Tujuan atau fungsi dari Pseudocode ini adalah untuk memudahkan seseorang dalam memahami algoritma dari suatu program.</a:t>
          </a:r>
        </a:p>
      </dgm:t>
    </dgm:pt>
    <dgm:pt modelId="{387F02D2-3F3E-403A-A7F6-A3B38AB76594}" type="parTrans" cxnId="{DB8B6B92-0D1B-4FCE-9118-13855F9B930D}">
      <dgm:prSet/>
      <dgm:spPr/>
      <dgm:t>
        <a:bodyPr/>
        <a:lstStyle/>
        <a:p>
          <a:endParaRPr lang="en-US"/>
        </a:p>
      </dgm:t>
    </dgm:pt>
    <dgm:pt modelId="{007E7D6A-9E6B-4B34-8662-F7CD79D440FA}" type="sibTrans" cxnId="{DB8B6B92-0D1B-4FCE-9118-13855F9B930D}">
      <dgm:prSet/>
      <dgm:spPr/>
      <dgm:t>
        <a:bodyPr/>
        <a:lstStyle/>
        <a:p>
          <a:endParaRPr lang="en-US"/>
        </a:p>
      </dgm:t>
    </dgm:pt>
    <dgm:pt modelId="{C4BB2103-5B05-4347-B486-E826A4326753}" type="pres">
      <dgm:prSet presAssocID="{39BC731E-0505-4C94-8565-A61601B8A1D8}" presName="linear" presStyleCnt="0">
        <dgm:presLayoutVars>
          <dgm:animLvl val="lvl"/>
          <dgm:resizeHandles val="exact"/>
        </dgm:presLayoutVars>
      </dgm:prSet>
      <dgm:spPr/>
    </dgm:pt>
    <dgm:pt modelId="{82CA2BCA-4F36-4ED3-8708-84585034C1A2}" type="pres">
      <dgm:prSet presAssocID="{357C975D-BF97-45E3-A555-86912A8CE17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015BFA5-19E1-4AC8-828C-B6332A60700C}" type="pres">
      <dgm:prSet presAssocID="{FA2DDC28-33EF-4C52-BB46-3F76B500FE65}" presName="spacer" presStyleCnt="0"/>
      <dgm:spPr/>
    </dgm:pt>
    <dgm:pt modelId="{B9F6D873-6AEF-4BAD-88F6-0BA5426CC27E}" type="pres">
      <dgm:prSet presAssocID="{0AD72A45-967F-4289-9E9B-E984775D4AA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597AB2D-DB31-4988-A06E-BD052D66C676}" type="presOf" srcId="{39BC731E-0505-4C94-8565-A61601B8A1D8}" destId="{C4BB2103-5B05-4347-B486-E826A4326753}" srcOrd="0" destOrd="0" presId="urn:microsoft.com/office/officeart/2005/8/layout/vList2"/>
    <dgm:cxn modelId="{70BB5756-56FD-489D-B009-827E4623CECB}" type="presOf" srcId="{0AD72A45-967F-4289-9E9B-E984775D4AA2}" destId="{B9F6D873-6AEF-4BAD-88F6-0BA5426CC27E}" srcOrd="0" destOrd="0" presId="urn:microsoft.com/office/officeart/2005/8/layout/vList2"/>
    <dgm:cxn modelId="{D9EA4E89-58C2-453C-8CF2-97B7E046AE1A}" srcId="{39BC731E-0505-4C94-8565-A61601B8A1D8}" destId="{357C975D-BF97-45E3-A555-86912A8CE17D}" srcOrd="0" destOrd="0" parTransId="{ED44C1F3-99A7-4068-B155-EAE1545795CA}" sibTransId="{FA2DDC28-33EF-4C52-BB46-3F76B500FE65}"/>
    <dgm:cxn modelId="{DB8B6B92-0D1B-4FCE-9118-13855F9B930D}" srcId="{39BC731E-0505-4C94-8565-A61601B8A1D8}" destId="{0AD72A45-967F-4289-9E9B-E984775D4AA2}" srcOrd="1" destOrd="0" parTransId="{387F02D2-3F3E-403A-A7F6-A3B38AB76594}" sibTransId="{007E7D6A-9E6B-4B34-8662-F7CD79D440FA}"/>
    <dgm:cxn modelId="{3875E49C-C6F5-4C00-8813-61D4AE801A7E}" type="presOf" srcId="{357C975D-BF97-45E3-A555-86912A8CE17D}" destId="{82CA2BCA-4F36-4ED3-8708-84585034C1A2}" srcOrd="0" destOrd="0" presId="urn:microsoft.com/office/officeart/2005/8/layout/vList2"/>
    <dgm:cxn modelId="{D0179649-912A-4ACD-9217-047212F7F523}" type="presParOf" srcId="{C4BB2103-5B05-4347-B486-E826A4326753}" destId="{82CA2BCA-4F36-4ED3-8708-84585034C1A2}" srcOrd="0" destOrd="0" presId="urn:microsoft.com/office/officeart/2005/8/layout/vList2"/>
    <dgm:cxn modelId="{BA7EB99A-6606-4E08-A907-0017AA9DFA5C}" type="presParOf" srcId="{C4BB2103-5B05-4347-B486-E826A4326753}" destId="{6015BFA5-19E1-4AC8-828C-B6332A60700C}" srcOrd="1" destOrd="0" presId="urn:microsoft.com/office/officeart/2005/8/layout/vList2"/>
    <dgm:cxn modelId="{412F49F5-133D-4DC2-ABCC-A7763F23E8A6}" type="presParOf" srcId="{C4BB2103-5B05-4347-B486-E826A4326753}" destId="{B9F6D873-6AEF-4BAD-88F6-0BA5426CC27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5098FC9-AA80-40A0-85CA-3358D261CC8F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1FE259F-EE9A-4145-BD71-176200D6D9D2}">
      <dgm:prSet/>
      <dgm:spPr/>
      <dgm:t>
        <a:bodyPr/>
        <a:lstStyle/>
        <a:p>
          <a:r>
            <a:rPr lang="en-US"/>
            <a:t>Struktur penulisan Pseudocode dibagi menjadi 3 bagian, yaitu:</a:t>
          </a:r>
        </a:p>
      </dgm:t>
    </dgm:pt>
    <dgm:pt modelId="{2CF9BCEB-3FD3-4CE2-BCA6-51458CA57BF9}" type="parTrans" cxnId="{6883D090-E090-4995-8FAC-36BCAFDC4560}">
      <dgm:prSet/>
      <dgm:spPr/>
      <dgm:t>
        <a:bodyPr/>
        <a:lstStyle/>
        <a:p>
          <a:endParaRPr lang="en-US"/>
        </a:p>
      </dgm:t>
    </dgm:pt>
    <dgm:pt modelId="{90ECBEBC-0344-497C-AA49-DF25676288A9}" type="sibTrans" cxnId="{6883D090-E090-4995-8FAC-36BCAFDC4560}">
      <dgm:prSet/>
      <dgm:spPr/>
      <dgm:t>
        <a:bodyPr/>
        <a:lstStyle/>
        <a:p>
          <a:endParaRPr lang="en-US"/>
        </a:p>
      </dgm:t>
    </dgm:pt>
    <dgm:pt modelId="{2F623B9E-BC52-47D8-816C-0E56E3AAC2E1}">
      <dgm:prSet/>
      <dgm:spPr/>
      <dgm:t>
        <a:bodyPr/>
        <a:lstStyle/>
        <a:p>
          <a:r>
            <a:rPr lang="en-US"/>
            <a:t>Judul</a:t>
          </a:r>
        </a:p>
      </dgm:t>
    </dgm:pt>
    <dgm:pt modelId="{226F8403-B06F-4B09-A153-008B1EBB255C}" type="parTrans" cxnId="{6D911FAB-E0DB-4828-861A-6A241398B8B6}">
      <dgm:prSet/>
      <dgm:spPr/>
      <dgm:t>
        <a:bodyPr/>
        <a:lstStyle/>
        <a:p>
          <a:endParaRPr lang="en-US"/>
        </a:p>
      </dgm:t>
    </dgm:pt>
    <dgm:pt modelId="{7BF29952-1676-47DB-86B3-E08E9F512FCB}" type="sibTrans" cxnId="{6D911FAB-E0DB-4828-861A-6A241398B8B6}">
      <dgm:prSet/>
      <dgm:spPr/>
      <dgm:t>
        <a:bodyPr/>
        <a:lstStyle/>
        <a:p>
          <a:endParaRPr lang="en-US"/>
        </a:p>
      </dgm:t>
    </dgm:pt>
    <dgm:pt modelId="{11909760-ABF2-4C2C-831B-87885E88D704}">
      <dgm:prSet/>
      <dgm:spPr/>
      <dgm:t>
        <a:bodyPr/>
        <a:lstStyle/>
        <a:p>
          <a:r>
            <a:rPr lang="en-US"/>
            <a:t>Umumnya/biasanya diawali dengan kata “Program” kemudian diikuti nama algoritma</a:t>
          </a:r>
        </a:p>
      </dgm:t>
    </dgm:pt>
    <dgm:pt modelId="{11B1348E-9E56-4385-9360-0BC2C388C210}" type="parTrans" cxnId="{B6EF411D-0907-4752-A64C-0F0B9F694E57}">
      <dgm:prSet/>
      <dgm:spPr/>
      <dgm:t>
        <a:bodyPr/>
        <a:lstStyle/>
        <a:p>
          <a:endParaRPr lang="en-US"/>
        </a:p>
      </dgm:t>
    </dgm:pt>
    <dgm:pt modelId="{9901131B-9EA8-4716-B096-E58960988100}" type="sibTrans" cxnId="{B6EF411D-0907-4752-A64C-0F0B9F694E57}">
      <dgm:prSet/>
      <dgm:spPr/>
      <dgm:t>
        <a:bodyPr/>
        <a:lstStyle/>
        <a:p>
          <a:endParaRPr lang="en-US"/>
        </a:p>
      </dgm:t>
    </dgm:pt>
    <dgm:pt modelId="{944DCC1B-1127-4F15-9D68-47A127B0D8E6}">
      <dgm:prSet/>
      <dgm:spPr/>
      <dgm:t>
        <a:bodyPr/>
        <a:lstStyle/>
        <a:p>
          <a:r>
            <a:rPr lang="en-US"/>
            <a:t>Tidak boleh ada spasi (bisa diganti dengan “_”)</a:t>
          </a:r>
        </a:p>
      </dgm:t>
    </dgm:pt>
    <dgm:pt modelId="{B2A9D8AA-26C2-407C-938A-F65EDAD53A09}" type="parTrans" cxnId="{A77E6C18-F01C-445E-B1D3-009D40D2EAD6}">
      <dgm:prSet/>
      <dgm:spPr/>
      <dgm:t>
        <a:bodyPr/>
        <a:lstStyle/>
        <a:p>
          <a:endParaRPr lang="en-US"/>
        </a:p>
      </dgm:t>
    </dgm:pt>
    <dgm:pt modelId="{9D70841D-1650-4668-AAA1-A4ED286383F8}" type="sibTrans" cxnId="{A77E6C18-F01C-445E-B1D3-009D40D2EAD6}">
      <dgm:prSet/>
      <dgm:spPr/>
      <dgm:t>
        <a:bodyPr/>
        <a:lstStyle/>
        <a:p>
          <a:endParaRPr lang="en-US"/>
        </a:p>
      </dgm:t>
    </dgm:pt>
    <dgm:pt modelId="{EFEBE42A-5FDA-4818-AD1E-5E337F04AB76}">
      <dgm:prSet/>
      <dgm:spPr/>
      <dgm:t>
        <a:bodyPr/>
        <a:lstStyle/>
        <a:p>
          <a:r>
            <a:rPr lang="en-US"/>
            <a:t>Tidak boleh diawali dengan angka</a:t>
          </a:r>
        </a:p>
      </dgm:t>
    </dgm:pt>
    <dgm:pt modelId="{6E3CFA43-C90B-4E34-BE85-6AC5FD69E328}" type="parTrans" cxnId="{58BDAF59-D836-4B53-8734-34E5D95730EC}">
      <dgm:prSet/>
      <dgm:spPr/>
      <dgm:t>
        <a:bodyPr/>
        <a:lstStyle/>
        <a:p>
          <a:endParaRPr lang="en-US"/>
        </a:p>
      </dgm:t>
    </dgm:pt>
    <dgm:pt modelId="{39D6162E-6438-4436-92E4-D46BCF907836}" type="sibTrans" cxnId="{58BDAF59-D836-4B53-8734-34E5D95730EC}">
      <dgm:prSet/>
      <dgm:spPr/>
      <dgm:t>
        <a:bodyPr/>
        <a:lstStyle/>
        <a:p>
          <a:endParaRPr lang="en-US"/>
        </a:p>
      </dgm:t>
    </dgm:pt>
    <dgm:pt modelId="{00FC0944-D307-4DF0-81CC-3805B7AC8407}">
      <dgm:prSet/>
      <dgm:spPr/>
      <dgm:t>
        <a:bodyPr/>
        <a:lstStyle/>
        <a:p>
          <a:r>
            <a:rPr lang="en-US"/>
            <a:t>Tidak boleh menggunakan keyword pada bahasa pemrograman</a:t>
          </a:r>
        </a:p>
      </dgm:t>
    </dgm:pt>
    <dgm:pt modelId="{9073BCDF-02B4-40F2-891A-776132C8423F}" type="parTrans" cxnId="{B548A87A-98DE-43FF-9FA7-38B8C2EA7337}">
      <dgm:prSet/>
      <dgm:spPr/>
      <dgm:t>
        <a:bodyPr/>
        <a:lstStyle/>
        <a:p>
          <a:endParaRPr lang="en-US"/>
        </a:p>
      </dgm:t>
    </dgm:pt>
    <dgm:pt modelId="{635B9C38-908F-42A3-A33D-5CC3D7178EFB}" type="sibTrans" cxnId="{B548A87A-98DE-43FF-9FA7-38B8C2EA7337}">
      <dgm:prSet/>
      <dgm:spPr/>
      <dgm:t>
        <a:bodyPr/>
        <a:lstStyle/>
        <a:p>
          <a:endParaRPr lang="en-US"/>
        </a:p>
      </dgm:t>
    </dgm:pt>
    <dgm:pt modelId="{86DFE599-FE51-48FA-A483-E4155B7F9270}">
      <dgm:prSet/>
      <dgm:spPr/>
      <dgm:t>
        <a:bodyPr/>
        <a:lstStyle/>
        <a:p>
          <a:r>
            <a:rPr lang="en-US"/>
            <a:t>Deskripsi</a:t>
          </a:r>
        </a:p>
      </dgm:t>
    </dgm:pt>
    <dgm:pt modelId="{ACCD0D1D-B44D-43B3-9185-8BECDF724570}" type="parTrans" cxnId="{475EDC3A-3D3D-4F07-9635-4450D379FC14}">
      <dgm:prSet/>
      <dgm:spPr/>
      <dgm:t>
        <a:bodyPr/>
        <a:lstStyle/>
        <a:p>
          <a:endParaRPr lang="en-US"/>
        </a:p>
      </dgm:t>
    </dgm:pt>
    <dgm:pt modelId="{A7766F68-0C71-467D-9F6E-6CB5306FF4E7}" type="sibTrans" cxnId="{475EDC3A-3D3D-4F07-9635-4450D379FC14}">
      <dgm:prSet/>
      <dgm:spPr/>
      <dgm:t>
        <a:bodyPr/>
        <a:lstStyle/>
        <a:p>
          <a:endParaRPr lang="en-US"/>
        </a:p>
      </dgm:t>
    </dgm:pt>
    <dgm:pt modelId="{1198800E-C759-42CC-A9F0-78F6B12BB9FB}">
      <dgm:prSet/>
      <dgm:spPr/>
      <dgm:t>
        <a:bodyPr/>
        <a:lstStyle/>
        <a:p>
          <a:r>
            <a:rPr lang="en-US"/>
            <a:t>Bagian yang digunakan untuk mendefinisikan atau mendeklarasikan variabel-variabel yang akan digunakan dalam proses algoritma.</a:t>
          </a:r>
        </a:p>
      </dgm:t>
    </dgm:pt>
    <dgm:pt modelId="{40518D30-0C3A-4FE0-A3D7-DC473FF3447D}" type="parTrans" cxnId="{3E52F6BB-484C-4A71-B1A1-1B1AC243CC27}">
      <dgm:prSet/>
      <dgm:spPr/>
      <dgm:t>
        <a:bodyPr/>
        <a:lstStyle/>
        <a:p>
          <a:endParaRPr lang="en-US"/>
        </a:p>
      </dgm:t>
    </dgm:pt>
    <dgm:pt modelId="{E97E68C3-01DF-4C45-BECE-60249CEB8D0F}" type="sibTrans" cxnId="{3E52F6BB-484C-4A71-B1A1-1B1AC243CC27}">
      <dgm:prSet/>
      <dgm:spPr/>
      <dgm:t>
        <a:bodyPr/>
        <a:lstStyle/>
        <a:p>
          <a:endParaRPr lang="en-US"/>
        </a:p>
      </dgm:t>
    </dgm:pt>
    <dgm:pt modelId="{F17E238B-A48C-4E68-8595-AFC73E714D2C}">
      <dgm:prSet/>
      <dgm:spPr/>
      <dgm:t>
        <a:bodyPr/>
        <a:lstStyle/>
        <a:p>
          <a:r>
            <a:rPr lang="en-US"/>
            <a:t>Implementasi/Algoritma</a:t>
          </a:r>
        </a:p>
      </dgm:t>
    </dgm:pt>
    <dgm:pt modelId="{1FC53769-675F-4048-9F26-4BA36FC89253}" type="parTrans" cxnId="{7850D78C-D44B-4EA6-9B3F-E644B901B5B4}">
      <dgm:prSet/>
      <dgm:spPr/>
      <dgm:t>
        <a:bodyPr/>
        <a:lstStyle/>
        <a:p>
          <a:endParaRPr lang="en-US"/>
        </a:p>
      </dgm:t>
    </dgm:pt>
    <dgm:pt modelId="{CEF1272C-2A0B-42A9-B085-6E70D2893712}" type="sibTrans" cxnId="{7850D78C-D44B-4EA6-9B3F-E644B901B5B4}">
      <dgm:prSet/>
      <dgm:spPr/>
      <dgm:t>
        <a:bodyPr/>
        <a:lstStyle/>
        <a:p>
          <a:endParaRPr lang="en-US"/>
        </a:p>
      </dgm:t>
    </dgm:pt>
    <dgm:pt modelId="{8A5122C8-C72E-44A7-A661-473B3A282240}">
      <dgm:prSet/>
      <dgm:spPr/>
      <dgm:t>
        <a:bodyPr/>
        <a:lstStyle/>
        <a:p>
          <a:r>
            <a:rPr lang="en-US"/>
            <a:t>Merupakan bagian inti/utama dimana sekumpulan perintah algoritma dituliskan.</a:t>
          </a:r>
        </a:p>
      </dgm:t>
    </dgm:pt>
    <dgm:pt modelId="{05633BB8-EE4D-4AC2-B04F-910CF83B3FE7}" type="parTrans" cxnId="{F64F4B97-80D6-4479-B705-71A8AF7F4CC1}">
      <dgm:prSet/>
      <dgm:spPr/>
      <dgm:t>
        <a:bodyPr/>
        <a:lstStyle/>
        <a:p>
          <a:endParaRPr lang="en-US"/>
        </a:p>
      </dgm:t>
    </dgm:pt>
    <dgm:pt modelId="{6EDAD952-A2EA-455F-9F56-8E8DBD0EB94C}" type="sibTrans" cxnId="{F64F4B97-80D6-4479-B705-71A8AF7F4CC1}">
      <dgm:prSet/>
      <dgm:spPr/>
      <dgm:t>
        <a:bodyPr/>
        <a:lstStyle/>
        <a:p>
          <a:endParaRPr lang="en-US"/>
        </a:p>
      </dgm:t>
    </dgm:pt>
    <dgm:pt modelId="{3A95E3BB-031F-42CE-8207-4CACB5898EAC}" type="pres">
      <dgm:prSet presAssocID="{E5098FC9-AA80-40A0-85CA-3358D261CC8F}" presName="linear" presStyleCnt="0">
        <dgm:presLayoutVars>
          <dgm:animLvl val="lvl"/>
          <dgm:resizeHandles val="exact"/>
        </dgm:presLayoutVars>
      </dgm:prSet>
      <dgm:spPr/>
    </dgm:pt>
    <dgm:pt modelId="{ABDFE9D2-3709-42AD-8707-F811A911EEE8}" type="pres">
      <dgm:prSet presAssocID="{01FE259F-EE9A-4145-BD71-176200D6D9D2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CBD6E98A-8D32-4CA8-8497-16014B1D99A4}" type="pres">
      <dgm:prSet presAssocID="{01FE259F-EE9A-4145-BD71-176200D6D9D2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77E6C18-F01C-445E-B1D3-009D40D2EAD6}" srcId="{2F623B9E-BC52-47D8-816C-0E56E3AAC2E1}" destId="{944DCC1B-1127-4F15-9D68-47A127B0D8E6}" srcOrd="1" destOrd="0" parTransId="{B2A9D8AA-26C2-407C-938A-F65EDAD53A09}" sibTransId="{9D70841D-1650-4668-AAA1-A4ED286383F8}"/>
    <dgm:cxn modelId="{B6EF411D-0907-4752-A64C-0F0B9F694E57}" srcId="{2F623B9E-BC52-47D8-816C-0E56E3AAC2E1}" destId="{11909760-ABF2-4C2C-831B-87885E88D704}" srcOrd="0" destOrd="0" parTransId="{11B1348E-9E56-4385-9360-0BC2C388C210}" sibTransId="{9901131B-9EA8-4716-B096-E58960988100}"/>
    <dgm:cxn modelId="{637E3431-DAA2-492D-BD8F-FD911CE7160F}" type="presOf" srcId="{00FC0944-D307-4DF0-81CC-3805B7AC8407}" destId="{CBD6E98A-8D32-4CA8-8497-16014B1D99A4}" srcOrd="0" destOrd="4" presId="urn:microsoft.com/office/officeart/2005/8/layout/vList2"/>
    <dgm:cxn modelId="{475EDC3A-3D3D-4F07-9635-4450D379FC14}" srcId="{01FE259F-EE9A-4145-BD71-176200D6D9D2}" destId="{86DFE599-FE51-48FA-A483-E4155B7F9270}" srcOrd="1" destOrd="0" parTransId="{ACCD0D1D-B44D-43B3-9185-8BECDF724570}" sibTransId="{A7766F68-0C71-467D-9F6E-6CB5306FF4E7}"/>
    <dgm:cxn modelId="{DA402F3B-4ED1-4490-A055-539CE38FAA84}" type="presOf" srcId="{8A5122C8-C72E-44A7-A661-473B3A282240}" destId="{CBD6E98A-8D32-4CA8-8497-16014B1D99A4}" srcOrd="0" destOrd="8" presId="urn:microsoft.com/office/officeart/2005/8/layout/vList2"/>
    <dgm:cxn modelId="{C29CFC5D-AE19-4545-9F3B-A75B4592F57B}" type="presOf" srcId="{86DFE599-FE51-48FA-A483-E4155B7F9270}" destId="{CBD6E98A-8D32-4CA8-8497-16014B1D99A4}" srcOrd="0" destOrd="5" presId="urn:microsoft.com/office/officeart/2005/8/layout/vList2"/>
    <dgm:cxn modelId="{A4221F45-C73A-45DF-B3AC-D396D80A38DA}" type="presOf" srcId="{2F623B9E-BC52-47D8-816C-0E56E3AAC2E1}" destId="{CBD6E98A-8D32-4CA8-8497-16014B1D99A4}" srcOrd="0" destOrd="0" presId="urn:microsoft.com/office/officeart/2005/8/layout/vList2"/>
    <dgm:cxn modelId="{8B1E4D66-1EED-4180-9820-9B25AE4AECDE}" type="presOf" srcId="{944DCC1B-1127-4F15-9D68-47A127B0D8E6}" destId="{CBD6E98A-8D32-4CA8-8497-16014B1D99A4}" srcOrd="0" destOrd="2" presId="urn:microsoft.com/office/officeart/2005/8/layout/vList2"/>
    <dgm:cxn modelId="{509EE86B-635C-4048-A2AB-8C325C00B52C}" type="presOf" srcId="{F17E238B-A48C-4E68-8595-AFC73E714D2C}" destId="{CBD6E98A-8D32-4CA8-8497-16014B1D99A4}" srcOrd="0" destOrd="7" presId="urn:microsoft.com/office/officeart/2005/8/layout/vList2"/>
    <dgm:cxn modelId="{1ED4B46D-B9D7-4EE4-B37F-E423B5BE1817}" type="presOf" srcId="{EFEBE42A-5FDA-4818-AD1E-5E337F04AB76}" destId="{CBD6E98A-8D32-4CA8-8497-16014B1D99A4}" srcOrd="0" destOrd="3" presId="urn:microsoft.com/office/officeart/2005/8/layout/vList2"/>
    <dgm:cxn modelId="{0B9E6B73-4B5B-4921-9214-C26195CC28AE}" type="presOf" srcId="{E5098FC9-AA80-40A0-85CA-3358D261CC8F}" destId="{3A95E3BB-031F-42CE-8207-4CACB5898EAC}" srcOrd="0" destOrd="0" presId="urn:microsoft.com/office/officeart/2005/8/layout/vList2"/>
    <dgm:cxn modelId="{488B9E74-72E8-4F50-BAF9-A7893F15D604}" type="presOf" srcId="{11909760-ABF2-4C2C-831B-87885E88D704}" destId="{CBD6E98A-8D32-4CA8-8497-16014B1D99A4}" srcOrd="0" destOrd="1" presId="urn:microsoft.com/office/officeart/2005/8/layout/vList2"/>
    <dgm:cxn modelId="{58BDAF59-D836-4B53-8734-34E5D95730EC}" srcId="{2F623B9E-BC52-47D8-816C-0E56E3AAC2E1}" destId="{EFEBE42A-5FDA-4818-AD1E-5E337F04AB76}" srcOrd="2" destOrd="0" parTransId="{6E3CFA43-C90B-4E34-BE85-6AC5FD69E328}" sibTransId="{39D6162E-6438-4436-92E4-D46BCF907836}"/>
    <dgm:cxn modelId="{B548A87A-98DE-43FF-9FA7-38B8C2EA7337}" srcId="{2F623B9E-BC52-47D8-816C-0E56E3AAC2E1}" destId="{00FC0944-D307-4DF0-81CC-3805B7AC8407}" srcOrd="3" destOrd="0" parTransId="{9073BCDF-02B4-40F2-891A-776132C8423F}" sibTransId="{635B9C38-908F-42A3-A33D-5CC3D7178EFB}"/>
    <dgm:cxn modelId="{7850D78C-D44B-4EA6-9B3F-E644B901B5B4}" srcId="{01FE259F-EE9A-4145-BD71-176200D6D9D2}" destId="{F17E238B-A48C-4E68-8595-AFC73E714D2C}" srcOrd="3" destOrd="0" parTransId="{1FC53769-675F-4048-9F26-4BA36FC89253}" sibTransId="{CEF1272C-2A0B-42A9-B085-6E70D2893712}"/>
    <dgm:cxn modelId="{6883D090-E090-4995-8FAC-36BCAFDC4560}" srcId="{E5098FC9-AA80-40A0-85CA-3358D261CC8F}" destId="{01FE259F-EE9A-4145-BD71-176200D6D9D2}" srcOrd="0" destOrd="0" parTransId="{2CF9BCEB-3FD3-4CE2-BCA6-51458CA57BF9}" sibTransId="{90ECBEBC-0344-497C-AA49-DF25676288A9}"/>
    <dgm:cxn modelId="{F64F4B97-80D6-4479-B705-71A8AF7F4CC1}" srcId="{01FE259F-EE9A-4145-BD71-176200D6D9D2}" destId="{8A5122C8-C72E-44A7-A661-473B3A282240}" srcOrd="4" destOrd="0" parTransId="{05633BB8-EE4D-4AC2-B04F-910CF83B3FE7}" sibTransId="{6EDAD952-A2EA-455F-9F56-8E8DBD0EB94C}"/>
    <dgm:cxn modelId="{6D911FAB-E0DB-4828-861A-6A241398B8B6}" srcId="{01FE259F-EE9A-4145-BD71-176200D6D9D2}" destId="{2F623B9E-BC52-47D8-816C-0E56E3AAC2E1}" srcOrd="0" destOrd="0" parTransId="{226F8403-B06F-4B09-A153-008B1EBB255C}" sibTransId="{7BF29952-1676-47DB-86B3-E08E9F512FCB}"/>
    <dgm:cxn modelId="{3A11A9B3-B0C3-423D-83C7-A8E6B21141AB}" type="presOf" srcId="{1198800E-C759-42CC-A9F0-78F6B12BB9FB}" destId="{CBD6E98A-8D32-4CA8-8497-16014B1D99A4}" srcOrd="0" destOrd="6" presId="urn:microsoft.com/office/officeart/2005/8/layout/vList2"/>
    <dgm:cxn modelId="{3E52F6BB-484C-4A71-B1A1-1B1AC243CC27}" srcId="{01FE259F-EE9A-4145-BD71-176200D6D9D2}" destId="{1198800E-C759-42CC-A9F0-78F6B12BB9FB}" srcOrd="2" destOrd="0" parTransId="{40518D30-0C3A-4FE0-A3D7-DC473FF3447D}" sibTransId="{E97E68C3-01DF-4C45-BECE-60249CEB8D0F}"/>
    <dgm:cxn modelId="{B2F169F6-499B-46B9-BFB7-40429335C4C8}" type="presOf" srcId="{01FE259F-EE9A-4145-BD71-176200D6D9D2}" destId="{ABDFE9D2-3709-42AD-8707-F811A911EEE8}" srcOrd="0" destOrd="0" presId="urn:microsoft.com/office/officeart/2005/8/layout/vList2"/>
    <dgm:cxn modelId="{456F600B-1F3C-4383-89F3-5A65D0232B8B}" type="presParOf" srcId="{3A95E3BB-031F-42CE-8207-4CACB5898EAC}" destId="{ABDFE9D2-3709-42AD-8707-F811A911EEE8}" srcOrd="0" destOrd="0" presId="urn:microsoft.com/office/officeart/2005/8/layout/vList2"/>
    <dgm:cxn modelId="{F42E469A-B78E-4F84-808B-0684E118275E}" type="presParOf" srcId="{3A95E3BB-031F-42CE-8207-4CACB5898EAC}" destId="{CBD6E98A-8D32-4CA8-8497-16014B1D99A4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86582B1-7820-4773-B34F-2B50D8F755A6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B8388A4-B589-4117-A586-FD9E59E9B8FD}">
      <dgm:prSet/>
      <dgm:spPr/>
      <dgm:t>
        <a:bodyPr/>
        <a:lstStyle/>
        <a:p>
          <a:r>
            <a:rPr lang="en-US"/>
            <a:t>Buatlah flowchart dan Pseudocode untuk:</a:t>
          </a:r>
        </a:p>
      </dgm:t>
    </dgm:pt>
    <dgm:pt modelId="{AB188309-6664-4613-A0BB-CEE2261B17E6}" type="parTrans" cxnId="{14DCCE01-D885-4A93-8304-CBFF017C1415}">
      <dgm:prSet/>
      <dgm:spPr/>
      <dgm:t>
        <a:bodyPr/>
        <a:lstStyle/>
        <a:p>
          <a:endParaRPr lang="en-US"/>
        </a:p>
      </dgm:t>
    </dgm:pt>
    <dgm:pt modelId="{09C3B76D-7394-47EA-A472-A3DCAB6F244D}" type="sibTrans" cxnId="{14DCCE01-D885-4A93-8304-CBFF017C1415}">
      <dgm:prSet/>
      <dgm:spPr/>
      <dgm:t>
        <a:bodyPr/>
        <a:lstStyle/>
        <a:p>
          <a:endParaRPr lang="en-US"/>
        </a:p>
      </dgm:t>
    </dgm:pt>
    <dgm:pt modelId="{4E6E5619-ADDD-46B3-8B86-30842F3C5B91}">
      <dgm:prSet/>
      <dgm:spPr/>
      <dgm:t>
        <a:bodyPr/>
        <a:lstStyle/>
        <a:p>
          <a:r>
            <a:rPr lang="en-US"/>
            <a:t>Menghitung luas lingkaran</a:t>
          </a:r>
        </a:p>
      </dgm:t>
    </dgm:pt>
    <dgm:pt modelId="{3EDCEA78-A4D1-4B71-BC83-A5EDB7634632}" type="parTrans" cxnId="{442F1875-8848-49D5-B785-681E8287B547}">
      <dgm:prSet/>
      <dgm:spPr/>
      <dgm:t>
        <a:bodyPr/>
        <a:lstStyle/>
        <a:p>
          <a:endParaRPr lang="en-US"/>
        </a:p>
      </dgm:t>
    </dgm:pt>
    <dgm:pt modelId="{128B7206-1F7E-4E5A-813F-1FA4557C9679}" type="sibTrans" cxnId="{442F1875-8848-49D5-B785-681E8287B547}">
      <dgm:prSet/>
      <dgm:spPr/>
      <dgm:t>
        <a:bodyPr/>
        <a:lstStyle/>
        <a:p>
          <a:endParaRPr lang="en-US"/>
        </a:p>
      </dgm:t>
    </dgm:pt>
    <dgm:pt modelId="{78EBFE8F-D1B0-4E1C-88F1-F9D6200C5713}">
      <dgm:prSet/>
      <dgm:spPr/>
      <dgm:t>
        <a:bodyPr/>
        <a:lstStyle/>
        <a:p>
          <a:r>
            <a:rPr lang="en-US"/>
            <a:t>Mengitung luas segitiga</a:t>
          </a:r>
        </a:p>
      </dgm:t>
    </dgm:pt>
    <dgm:pt modelId="{9FF72B71-D00B-4080-9C73-F891070A4396}" type="parTrans" cxnId="{5D767611-B83F-47D5-AC71-F51445E6E315}">
      <dgm:prSet/>
      <dgm:spPr/>
      <dgm:t>
        <a:bodyPr/>
        <a:lstStyle/>
        <a:p>
          <a:endParaRPr lang="en-US"/>
        </a:p>
      </dgm:t>
    </dgm:pt>
    <dgm:pt modelId="{D121CDBF-6A9C-4242-BD5C-88AAE78FE00F}" type="sibTrans" cxnId="{5D767611-B83F-47D5-AC71-F51445E6E315}">
      <dgm:prSet/>
      <dgm:spPr/>
      <dgm:t>
        <a:bodyPr/>
        <a:lstStyle/>
        <a:p>
          <a:endParaRPr lang="en-US"/>
        </a:p>
      </dgm:t>
    </dgm:pt>
    <dgm:pt modelId="{1FB00DCC-D886-4594-8B5B-EC0A97DFC0B8}">
      <dgm:prSet/>
      <dgm:spPr/>
      <dgm:t>
        <a:bodyPr/>
        <a:lstStyle/>
        <a:p>
          <a:r>
            <a:rPr lang="en-US"/>
            <a:t>Menentukan nilai maksimal (dari 2 bilangan)</a:t>
          </a:r>
        </a:p>
      </dgm:t>
    </dgm:pt>
    <dgm:pt modelId="{6421F3E9-95E2-4CCD-B13F-FB9DF20C991C}" type="parTrans" cxnId="{A9BB6BFE-F85A-45CA-9E99-E506568560AE}">
      <dgm:prSet/>
      <dgm:spPr/>
      <dgm:t>
        <a:bodyPr/>
        <a:lstStyle/>
        <a:p>
          <a:endParaRPr lang="en-US"/>
        </a:p>
      </dgm:t>
    </dgm:pt>
    <dgm:pt modelId="{7ED20514-D2CF-463D-8F1F-1F3B50DA4BC5}" type="sibTrans" cxnId="{A9BB6BFE-F85A-45CA-9E99-E506568560AE}">
      <dgm:prSet/>
      <dgm:spPr/>
      <dgm:t>
        <a:bodyPr/>
        <a:lstStyle/>
        <a:p>
          <a:endParaRPr lang="en-US"/>
        </a:p>
      </dgm:t>
    </dgm:pt>
    <dgm:pt modelId="{F05A4605-3E35-4053-BA9C-5AFCE3BBE5D7}">
      <dgm:prSet/>
      <dgm:spPr/>
      <dgm:t>
        <a:bodyPr/>
        <a:lstStyle/>
        <a:p>
          <a:r>
            <a:rPr lang="en-US"/>
            <a:t>Menentukan hasil kali (dari 2 bilangan)</a:t>
          </a:r>
        </a:p>
      </dgm:t>
    </dgm:pt>
    <dgm:pt modelId="{E1C3DA2B-3CC8-4AE5-A973-A07BA893B0CD}" type="parTrans" cxnId="{566A893A-365C-4495-A8B2-73913554E853}">
      <dgm:prSet/>
      <dgm:spPr/>
      <dgm:t>
        <a:bodyPr/>
        <a:lstStyle/>
        <a:p>
          <a:endParaRPr lang="en-US"/>
        </a:p>
      </dgm:t>
    </dgm:pt>
    <dgm:pt modelId="{1F702AB1-E7E8-4FC4-8501-8D5B0DA2A90C}" type="sibTrans" cxnId="{566A893A-365C-4495-A8B2-73913554E853}">
      <dgm:prSet/>
      <dgm:spPr/>
      <dgm:t>
        <a:bodyPr/>
        <a:lstStyle/>
        <a:p>
          <a:endParaRPr lang="en-US"/>
        </a:p>
      </dgm:t>
    </dgm:pt>
    <dgm:pt modelId="{1E47A36B-2CB0-4E3C-9B82-4CE8DAE43A07}">
      <dgm:prSet/>
      <dgm:spPr/>
      <dgm:t>
        <a:bodyPr/>
        <a:lstStyle/>
        <a:p>
          <a:r>
            <a:rPr lang="en-US"/>
            <a:t>Menentukan bilangan ganjil atau genap</a:t>
          </a:r>
        </a:p>
      </dgm:t>
    </dgm:pt>
    <dgm:pt modelId="{A89040AE-86AA-4C5D-A68E-DF4A13B855F2}" type="parTrans" cxnId="{8ECF89CB-798D-4683-9C1B-7AC85CDB1B35}">
      <dgm:prSet/>
      <dgm:spPr/>
      <dgm:t>
        <a:bodyPr/>
        <a:lstStyle/>
        <a:p>
          <a:endParaRPr lang="en-US"/>
        </a:p>
      </dgm:t>
    </dgm:pt>
    <dgm:pt modelId="{8F4C6012-7498-4887-944F-534E7901970B}" type="sibTrans" cxnId="{8ECF89CB-798D-4683-9C1B-7AC85CDB1B35}">
      <dgm:prSet/>
      <dgm:spPr/>
      <dgm:t>
        <a:bodyPr/>
        <a:lstStyle/>
        <a:p>
          <a:endParaRPr lang="en-US"/>
        </a:p>
      </dgm:t>
    </dgm:pt>
    <dgm:pt modelId="{A3B3A7E3-387A-419D-8F15-5843986FE0F3}">
      <dgm:prSet/>
      <dgm:spPr/>
      <dgm:t>
        <a:bodyPr/>
        <a:lstStyle/>
        <a:p>
          <a:r>
            <a:rPr lang="en-US"/>
            <a:t>Menampilkan bilangan ganjil dari 0 sampai 100</a:t>
          </a:r>
        </a:p>
      </dgm:t>
    </dgm:pt>
    <dgm:pt modelId="{28BEBDAB-8BDE-4602-AE6F-AC2D9299FFDA}" type="parTrans" cxnId="{F1DFB50A-C93D-4216-9FAC-B9A37B6DB5F4}">
      <dgm:prSet/>
      <dgm:spPr/>
      <dgm:t>
        <a:bodyPr/>
        <a:lstStyle/>
        <a:p>
          <a:endParaRPr lang="en-US"/>
        </a:p>
      </dgm:t>
    </dgm:pt>
    <dgm:pt modelId="{D782BD8E-3A9A-4A0D-ACED-24FCC799E323}" type="sibTrans" cxnId="{F1DFB50A-C93D-4216-9FAC-B9A37B6DB5F4}">
      <dgm:prSet/>
      <dgm:spPr/>
      <dgm:t>
        <a:bodyPr/>
        <a:lstStyle/>
        <a:p>
          <a:endParaRPr lang="en-US"/>
        </a:p>
      </dgm:t>
    </dgm:pt>
    <dgm:pt modelId="{87D14A3C-CB62-459D-A6F2-3DBC419048B0}">
      <dgm:prSet/>
      <dgm:spPr/>
      <dgm:t>
        <a:bodyPr/>
        <a:lstStyle/>
        <a:p>
          <a:r>
            <a:rPr lang="en-US"/>
            <a:t>Menentukan nama hari dari bilangan 1 sampai 7</a:t>
          </a:r>
        </a:p>
      </dgm:t>
    </dgm:pt>
    <dgm:pt modelId="{56523C0A-FE92-43F8-BE89-82D14C7E6DB5}" type="parTrans" cxnId="{8D8850DB-CCF9-4033-A1F0-4D762654E007}">
      <dgm:prSet/>
      <dgm:spPr/>
      <dgm:t>
        <a:bodyPr/>
        <a:lstStyle/>
        <a:p>
          <a:endParaRPr lang="en-US"/>
        </a:p>
      </dgm:t>
    </dgm:pt>
    <dgm:pt modelId="{5234E17D-E8F4-4950-A276-92EB75FCF315}" type="sibTrans" cxnId="{8D8850DB-CCF9-4033-A1F0-4D762654E007}">
      <dgm:prSet/>
      <dgm:spPr/>
      <dgm:t>
        <a:bodyPr/>
        <a:lstStyle/>
        <a:p>
          <a:endParaRPr lang="en-US"/>
        </a:p>
      </dgm:t>
    </dgm:pt>
    <dgm:pt modelId="{8525B2E6-A564-492C-9B9B-7852F358B0D6}" type="pres">
      <dgm:prSet presAssocID="{986582B1-7820-4773-B34F-2B50D8F755A6}" presName="Name0" presStyleCnt="0">
        <dgm:presLayoutVars>
          <dgm:dir/>
          <dgm:resizeHandles val="exact"/>
        </dgm:presLayoutVars>
      </dgm:prSet>
      <dgm:spPr/>
    </dgm:pt>
    <dgm:pt modelId="{F9D8387C-FD7F-41D0-BEC3-E8A31BED0C3F}" type="pres">
      <dgm:prSet presAssocID="{3B8388A4-B589-4117-A586-FD9E59E9B8FD}" presName="node" presStyleLbl="node1" presStyleIdx="0" presStyleCnt="1">
        <dgm:presLayoutVars>
          <dgm:bulletEnabled val="1"/>
        </dgm:presLayoutVars>
      </dgm:prSet>
      <dgm:spPr/>
    </dgm:pt>
  </dgm:ptLst>
  <dgm:cxnLst>
    <dgm:cxn modelId="{14DCCE01-D885-4A93-8304-CBFF017C1415}" srcId="{986582B1-7820-4773-B34F-2B50D8F755A6}" destId="{3B8388A4-B589-4117-A586-FD9E59E9B8FD}" srcOrd="0" destOrd="0" parTransId="{AB188309-6664-4613-A0BB-CEE2261B17E6}" sibTransId="{09C3B76D-7394-47EA-A472-A3DCAB6F244D}"/>
    <dgm:cxn modelId="{F1DFB50A-C93D-4216-9FAC-B9A37B6DB5F4}" srcId="{3B8388A4-B589-4117-A586-FD9E59E9B8FD}" destId="{A3B3A7E3-387A-419D-8F15-5843986FE0F3}" srcOrd="5" destOrd="0" parTransId="{28BEBDAB-8BDE-4602-AE6F-AC2D9299FFDA}" sibTransId="{D782BD8E-3A9A-4A0D-ACED-24FCC799E323}"/>
    <dgm:cxn modelId="{41C6000C-7059-471F-B6AC-7ACCDBFC11C8}" type="presOf" srcId="{87D14A3C-CB62-459D-A6F2-3DBC419048B0}" destId="{F9D8387C-FD7F-41D0-BEC3-E8A31BED0C3F}" srcOrd="0" destOrd="7" presId="urn:microsoft.com/office/officeart/2016/7/layout/RepeatingBendingProcessNew"/>
    <dgm:cxn modelId="{5D767611-B83F-47D5-AC71-F51445E6E315}" srcId="{3B8388A4-B589-4117-A586-FD9E59E9B8FD}" destId="{78EBFE8F-D1B0-4E1C-88F1-F9D6200C5713}" srcOrd="1" destOrd="0" parTransId="{9FF72B71-D00B-4080-9C73-F891070A4396}" sibTransId="{D121CDBF-6A9C-4242-BD5C-88AAE78FE00F}"/>
    <dgm:cxn modelId="{CF03FB26-47A0-4E7E-B59D-7C25C18FD2CD}" type="presOf" srcId="{986582B1-7820-4773-B34F-2B50D8F755A6}" destId="{8525B2E6-A564-492C-9B9B-7852F358B0D6}" srcOrd="0" destOrd="0" presId="urn:microsoft.com/office/officeart/2016/7/layout/RepeatingBendingProcessNew"/>
    <dgm:cxn modelId="{566A893A-365C-4495-A8B2-73913554E853}" srcId="{3B8388A4-B589-4117-A586-FD9E59E9B8FD}" destId="{F05A4605-3E35-4053-BA9C-5AFCE3BBE5D7}" srcOrd="3" destOrd="0" parTransId="{E1C3DA2B-3CC8-4AE5-A973-A07BA893B0CD}" sibTransId="{1F702AB1-E7E8-4FC4-8501-8D5B0DA2A90C}"/>
    <dgm:cxn modelId="{8EC4653B-8BF5-405F-BC1B-45FE8C2C91C0}" type="presOf" srcId="{4E6E5619-ADDD-46B3-8B86-30842F3C5B91}" destId="{F9D8387C-FD7F-41D0-BEC3-E8A31BED0C3F}" srcOrd="0" destOrd="1" presId="urn:microsoft.com/office/officeart/2016/7/layout/RepeatingBendingProcessNew"/>
    <dgm:cxn modelId="{C5EC7345-F896-46ED-AC36-EA4C675AC692}" type="presOf" srcId="{F05A4605-3E35-4053-BA9C-5AFCE3BBE5D7}" destId="{F9D8387C-FD7F-41D0-BEC3-E8A31BED0C3F}" srcOrd="0" destOrd="4" presId="urn:microsoft.com/office/officeart/2016/7/layout/RepeatingBendingProcessNew"/>
    <dgm:cxn modelId="{D0AB3350-5EBC-477D-92AA-A8BEDB503A91}" type="presOf" srcId="{1FB00DCC-D886-4594-8B5B-EC0A97DFC0B8}" destId="{F9D8387C-FD7F-41D0-BEC3-E8A31BED0C3F}" srcOrd="0" destOrd="3" presId="urn:microsoft.com/office/officeart/2016/7/layout/RepeatingBendingProcessNew"/>
    <dgm:cxn modelId="{442F1875-8848-49D5-B785-681E8287B547}" srcId="{3B8388A4-B589-4117-A586-FD9E59E9B8FD}" destId="{4E6E5619-ADDD-46B3-8B86-30842F3C5B91}" srcOrd="0" destOrd="0" parTransId="{3EDCEA78-A4D1-4B71-BC83-A5EDB7634632}" sibTransId="{128B7206-1F7E-4E5A-813F-1FA4557C9679}"/>
    <dgm:cxn modelId="{C349FA7E-C819-458F-BB47-CD1DDB5B7FC4}" type="presOf" srcId="{78EBFE8F-D1B0-4E1C-88F1-F9D6200C5713}" destId="{F9D8387C-FD7F-41D0-BEC3-E8A31BED0C3F}" srcOrd="0" destOrd="2" presId="urn:microsoft.com/office/officeart/2016/7/layout/RepeatingBendingProcessNew"/>
    <dgm:cxn modelId="{498698BC-F4F3-418A-8E78-F7F351B2E881}" type="presOf" srcId="{1E47A36B-2CB0-4E3C-9B82-4CE8DAE43A07}" destId="{F9D8387C-FD7F-41D0-BEC3-E8A31BED0C3F}" srcOrd="0" destOrd="5" presId="urn:microsoft.com/office/officeart/2016/7/layout/RepeatingBendingProcessNew"/>
    <dgm:cxn modelId="{9D3CB5C0-D76C-4988-98FD-2A53CA7D18F3}" type="presOf" srcId="{A3B3A7E3-387A-419D-8F15-5843986FE0F3}" destId="{F9D8387C-FD7F-41D0-BEC3-E8A31BED0C3F}" srcOrd="0" destOrd="6" presId="urn:microsoft.com/office/officeart/2016/7/layout/RepeatingBendingProcessNew"/>
    <dgm:cxn modelId="{8ECF89CB-798D-4683-9C1B-7AC85CDB1B35}" srcId="{3B8388A4-B589-4117-A586-FD9E59E9B8FD}" destId="{1E47A36B-2CB0-4E3C-9B82-4CE8DAE43A07}" srcOrd="4" destOrd="0" parTransId="{A89040AE-86AA-4C5D-A68E-DF4A13B855F2}" sibTransId="{8F4C6012-7498-4887-944F-534E7901970B}"/>
    <dgm:cxn modelId="{3D1AAACE-1C9F-4D6D-8F54-511C98D0A988}" type="presOf" srcId="{3B8388A4-B589-4117-A586-FD9E59E9B8FD}" destId="{F9D8387C-FD7F-41D0-BEC3-E8A31BED0C3F}" srcOrd="0" destOrd="0" presId="urn:microsoft.com/office/officeart/2016/7/layout/RepeatingBendingProcessNew"/>
    <dgm:cxn modelId="{8D8850DB-CCF9-4033-A1F0-4D762654E007}" srcId="{3B8388A4-B589-4117-A586-FD9E59E9B8FD}" destId="{87D14A3C-CB62-459D-A6F2-3DBC419048B0}" srcOrd="6" destOrd="0" parTransId="{56523C0A-FE92-43F8-BE89-82D14C7E6DB5}" sibTransId="{5234E17D-E8F4-4950-A276-92EB75FCF315}"/>
    <dgm:cxn modelId="{A9BB6BFE-F85A-45CA-9E99-E506568560AE}" srcId="{3B8388A4-B589-4117-A586-FD9E59E9B8FD}" destId="{1FB00DCC-D886-4594-8B5B-EC0A97DFC0B8}" srcOrd="2" destOrd="0" parTransId="{6421F3E9-95E2-4CCD-B13F-FB9DF20C991C}" sibTransId="{7ED20514-D2CF-463D-8F1F-1F3B50DA4BC5}"/>
    <dgm:cxn modelId="{09FECD05-2ECF-4AEE-A8EC-C1436B1B564B}" type="presParOf" srcId="{8525B2E6-A564-492C-9B9B-7852F358B0D6}" destId="{F9D8387C-FD7F-41D0-BEC3-E8A31BED0C3F}" srcOrd="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E0A63D-F199-4706-9EFC-191BC4DE10EC}">
      <dsp:nvSpPr>
        <dsp:cNvPr id="0" name=""/>
        <dsp:cNvSpPr/>
      </dsp:nvSpPr>
      <dsp:spPr>
        <a:xfrm>
          <a:off x="0" y="3404"/>
          <a:ext cx="7886700" cy="7251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301F72-FEFB-4AE4-B27D-B94864E031E9}">
      <dsp:nvSpPr>
        <dsp:cNvPr id="0" name=""/>
        <dsp:cNvSpPr/>
      </dsp:nvSpPr>
      <dsp:spPr>
        <a:xfrm>
          <a:off x="219348" y="166556"/>
          <a:ext cx="398815" cy="3988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FA2D71-72DC-4EA7-A9BB-DA4A4C6AFA62}">
      <dsp:nvSpPr>
        <dsp:cNvPr id="0" name=""/>
        <dsp:cNvSpPr/>
      </dsp:nvSpPr>
      <dsp:spPr>
        <a:xfrm>
          <a:off x="837512" y="3404"/>
          <a:ext cx="70491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Diagram yang menampilkan flow di dalam rancangan atau metode sistem secara logika (</a:t>
          </a:r>
          <a:r>
            <a:rPr lang="en-US" sz="1900" b="1" kern="1200"/>
            <a:t>Jogiyanto</a:t>
          </a:r>
          <a:r>
            <a:rPr lang="en-US" sz="1900" kern="1200"/>
            <a:t>).</a:t>
          </a:r>
        </a:p>
      </dsp:txBody>
      <dsp:txXfrm>
        <a:off x="837512" y="3404"/>
        <a:ext cx="7049187" cy="725119"/>
      </dsp:txXfrm>
    </dsp:sp>
    <dsp:sp modelId="{58913E58-0A23-4D28-B29B-6FEABCB0F6A1}">
      <dsp:nvSpPr>
        <dsp:cNvPr id="0" name=""/>
        <dsp:cNvSpPr/>
      </dsp:nvSpPr>
      <dsp:spPr>
        <a:xfrm>
          <a:off x="0" y="909803"/>
          <a:ext cx="7886700" cy="7251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30B3FB-1C2D-4552-857A-2033D21415F8}">
      <dsp:nvSpPr>
        <dsp:cNvPr id="0" name=""/>
        <dsp:cNvSpPr/>
      </dsp:nvSpPr>
      <dsp:spPr>
        <a:xfrm>
          <a:off x="219348" y="1072955"/>
          <a:ext cx="398815" cy="3988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D0474D-F6C6-46AB-B7F9-01734C3F6FB5}">
      <dsp:nvSpPr>
        <dsp:cNvPr id="0" name=""/>
        <dsp:cNvSpPr/>
      </dsp:nvSpPr>
      <dsp:spPr>
        <a:xfrm>
          <a:off x="837512" y="909803"/>
          <a:ext cx="70491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Cara logis untuk menggambarkan bagian sistem informasi dengan jelas, tepat, dan logis (</a:t>
          </a:r>
          <a:r>
            <a:rPr lang="en-US" sz="1900" b="1" kern="1200"/>
            <a:t>Krismiaji</a:t>
          </a:r>
          <a:r>
            <a:rPr lang="en-US" sz="1900" kern="1200"/>
            <a:t>).</a:t>
          </a:r>
        </a:p>
      </dsp:txBody>
      <dsp:txXfrm>
        <a:off x="837512" y="909803"/>
        <a:ext cx="7049187" cy="725119"/>
      </dsp:txXfrm>
    </dsp:sp>
    <dsp:sp modelId="{83C90A96-B6E5-493F-95F0-FB5F2982B1ED}">
      <dsp:nvSpPr>
        <dsp:cNvPr id="0" name=""/>
        <dsp:cNvSpPr/>
      </dsp:nvSpPr>
      <dsp:spPr>
        <a:xfrm>
          <a:off x="0" y="1816202"/>
          <a:ext cx="7886700" cy="7251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B29FA7-FFCD-4239-8CC7-0960ADD91125}">
      <dsp:nvSpPr>
        <dsp:cNvPr id="0" name=""/>
        <dsp:cNvSpPr/>
      </dsp:nvSpPr>
      <dsp:spPr>
        <a:xfrm>
          <a:off x="219348" y="1979354"/>
          <a:ext cx="398815" cy="3988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F19C25-22E7-4C7B-9C70-E27D68157B0F}">
      <dsp:nvSpPr>
        <dsp:cNvPr id="0" name=""/>
        <dsp:cNvSpPr/>
      </dsp:nvSpPr>
      <dsp:spPr>
        <a:xfrm>
          <a:off x="837512" y="1816202"/>
          <a:ext cx="70491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Diagram alir yang dapat menerapkan tanda untuk menyelesaikan persoalan (</a:t>
          </a:r>
          <a:r>
            <a:rPr lang="en-US" sz="1900" b="1" kern="1200"/>
            <a:t>Sariadin Siallagan</a:t>
          </a:r>
          <a:r>
            <a:rPr lang="en-US" sz="1900" kern="1200"/>
            <a:t>).</a:t>
          </a:r>
        </a:p>
      </dsp:txBody>
      <dsp:txXfrm>
        <a:off x="837512" y="1816202"/>
        <a:ext cx="7049187" cy="725119"/>
      </dsp:txXfrm>
    </dsp:sp>
    <dsp:sp modelId="{A5D09CD3-9629-4DD8-A595-B7016C29DE68}">
      <dsp:nvSpPr>
        <dsp:cNvPr id="0" name=""/>
        <dsp:cNvSpPr/>
      </dsp:nvSpPr>
      <dsp:spPr>
        <a:xfrm>
          <a:off x="0" y="2722601"/>
          <a:ext cx="7886700" cy="7251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9EB911-80F6-4712-95C8-02879E0A973A}">
      <dsp:nvSpPr>
        <dsp:cNvPr id="0" name=""/>
        <dsp:cNvSpPr/>
      </dsp:nvSpPr>
      <dsp:spPr>
        <a:xfrm>
          <a:off x="219348" y="2885753"/>
          <a:ext cx="398815" cy="3988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0362E2-016A-4AF5-BC73-AEC17227067B}">
      <dsp:nvSpPr>
        <dsp:cNvPr id="0" name=""/>
        <dsp:cNvSpPr/>
      </dsp:nvSpPr>
      <dsp:spPr>
        <a:xfrm>
          <a:off x="837512" y="2722601"/>
          <a:ext cx="70491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Gambaran dalam bentuk diagram alir dari algoritma dalam suatu program, yang menyatakan arah program tersebut (</a:t>
          </a:r>
          <a:r>
            <a:rPr lang="en-US" sz="1900" b="1" kern="1200"/>
            <a:t>Pahlevy</a:t>
          </a:r>
          <a:r>
            <a:rPr lang="en-US" sz="1900" kern="1200"/>
            <a:t>).</a:t>
          </a:r>
        </a:p>
      </dsp:txBody>
      <dsp:txXfrm>
        <a:off x="837512" y="2722601"/>
        <a:ext cx="7049187" cy="725119"/>
      </dsp:txXfrm>
    </dsp:sp>
    <dsp:sp modelId="{1CE9E8D6-7945-4F6C-92D3-AA8C016263E0}">
      <dsp:nvSpPr>
        <dsp:cNvPr id="0" name=""/>
        <dsp:cNvSpPr/>
      </dsp:nvSpPr>
      <dsp:spPr>
        <a:xfrm>
          <a:off x="0" y="3629000"/>
          <a:ext cx="7886700" cy="72511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8B7B00-EC2A-4A4D-A6C1-9D0F6C10F9DF}">
      <dsp:nvSpPr>
        <dsp:cNvPr id="0" name=""/>
        <dsp:cNvSpPr/>
      </dsp:nvSpPr>
      <dsp:spPr>
        <a:xfrm>
          <a:off x="219348" y="3792152"/>
          <a:ext cx="398815" cy="39881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8F4714-C471-42FC-BCCF-429F6F664B1F}">
      <dsp:nvSpPr>
        <dsp:cNvPr id="0" name=""/>
        <dsp:cNvSpPr/>
      </dsp:nvSpPr>
      <dsp:spPr>
        <a:xfrm>
          <a:off x="837512" y="3629000"/>
          <a:ext cx="70491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Penggambaran secara grafik dari langkah dan urutan prosedur (</a:t>
          </a:r>
          <a:r>
            <a:rPr lang="en-US" sz="1900" b="1" kern="1200"/>
            <a:t>Indrajani</a:t>
          </a:r>
          <a:r>
            <a:rPr lang="en-US" sz="1900" kern="1200"/>
            <a:t>).</a:t>
          </a:r>
        </a:p>
      </dsp:txBody>
      <dsp:txXfrm>
        <a:off x="837512" y="3629000"/>
        <a:ext cx="7049187" cy="7251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2348B0-CD19-42C8-9D42-689A4B07EE1F}">
      <dsp:nvSpPr>
        <dsp:cNvPr id="0" name=""/>
        <dsp:cNvSpPr/>
      </dsp:nvSpPr>
      <dsp:spPr>
        <a:xfrm>
          <a:off x="0" y="36440"/>
          <a:ext cx="5000124" cy="173415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Memberikan gambaran alur proses dari suatu program.</a:t>
          </a:r>
        </a:p>
      </dsp:txBody>
      <dsp:txXfrm>
        <a:off x="84655" y="121095"/>
        <a:ext cx="4830814" cy="1564849"/>
      </dsp:txXfrm>
    </dsp:sp>
    <dsp:sp modelId="{7F7C44F7-969B-4A96-88D0-E5FA53024A5F}">
      <dsp:nvSpPr>
        <dsp:cNvPr id="0" name=""/>
        <dsp:cNvSpPr/>
      </dsp:nvSpPr>
      <dsp:spPr>
        <a:xfrm>
          <a:off x="0" y="1859880"/>
          <a:ext cx="5000124" cy="1734159"/>
        </a:xfrm>
        <a:prstGeom prst="roundRect">
          <a:avLst/>
        </a:prstGeom>
        <a:gradFill rotWithShape="0">
          <a:gsLst>
            <a:gs pos="0">
              <a:schemeClr val="accent5">
                <a:hueOff val="-3676672"/>
                <a:satOff val="-5114"/>
                <a:lumOff val="-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676672"/>
                <a:satOff val="-5114"/>
                <a:lumOff val="-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676672"/>
                <a:satOff val="-5114"/>
                <a:lumOff val="-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Memudahkan orang dalam memahami alur proses dari suatu program.</a:t>
          </a:r>
        </a:p>
      </dsp:txBody>
      <dsp:txXfrm>
        <a:off x="84655" y="1944535"/>
        <a:ext cx="4830814" cy="1564849"/>
      </dsp:txXfrm>
    </dsp:sp>
    <dsp:sp modelId="{CEA7079C-8CE0-4170-9F2D-BB17C44FDDD0}">
      <dsp:nvSpPr>
        <dsp:cNvPr id="0" name=""/>
        <dsp:cNvSpPr/>
      </dsp:nvSpPr>
      <dsp:spPr>
        <a:xfrm>
          <a:off x="0" y="3683319"/>
          <a:ext cx="5000124" cy="1734159"/>
        </a:xfrm>
        <a:prstGeom prst="roundRect">
          <a:avLst/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Acuan dalam mengembangkan aplikasi.</a:t>
          </a:r>
        </a:p>
      </dsp:txBody>
      <dsp:txXfrm>
        <a:off x="84655" y="3767974"/>
        <a:ext cx="4830814" cy="15648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A7A00-73AB-446A-B0BD-6A011FD4E0C4}">
      <dsp:nvSpPr>
        <dsp:cNvPr id="0" name=""/>
        <dsp:cNvSpPr/>
      </dsp:nvSpPr>
      <dsp:spPr>
        <a:xfrm>
          <a:off x="0" y="54972"/>
          <a:ext cx="5000124" cy="50368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Flowchart Proses</a:t>
          </a:r>
        </a:p>
      </dsp:txBody>
      <dsp:txXfrm>
        <a:off x="24588" y="79560"/>
        <a:ext cx="4950948" cy="454509"/>
      </dsp:txXfrm>
    </dsp:sp>
    <dsp:sp modelId="{B83C3DF8-6BBB-48F8-9835-7DA513965C10}">
      <dsp:nvSpPr>
        <dsp:cNvPr id="0" name=""/>
        <dsp:cNvSpPr/>
      </dsp:nvSpPr>
      <dsp:spPr>
        <a:xfrm>
          <a:off x="0" y="558657"/>
          <a:ext cx="5000124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Menggambarkan proses pada suatu prosedur.</a:t>
          </a:r>
        </a:p>
      </dsp:txBody>
      <dsp:txXfrm>
        <a:off x="0" y="558657"/>
        <a:ext cx="5000124" cy="347760"/>
      </dsp:txXfrm>
    </dsp:sp>
    <dsp:sp modelId="{A0D1F21B-528F-4931-A939-63CC1B2ADA65}">
      <dsp:nvSpPr>
        <dsp:cNvPr id="0" name=""/>
        <dsp:cNvSpPr/>
      </dsp:nvSpPr>
      <dsp:spPr>
        <a:xfrm>
          <a:off x="0" y="906417"/>
          <a:ext cx="5000124" cy="503685"/>
        </a:xfrm>
        <a:prstGeom prst="roundRect">
          <a:avLst/>
        </a:prstGeom>
        <a:gradFill rotWithShape="0">
          <a:gsLst>
            <a:gs pos="0">
              <a:schemeClr val="accent2">
                <a:hueOff val="-363841"/>
                <a:satOff val="-20982"/>
                <a:lumOff val="21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63841"/>
                <a:satOff val="-20982"/>
                <a:lumOff val="21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63841"/>
                <a:satOff val="-20982"/>
                <a:lumOff val="21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Flowchart Dokumen</a:t>
          </a:r>
        </a:p>
      </dsp:txBody>
      <dsp:txXfrm>
        <a:off x="24588" y="931005"/>
        <a:ext cx="4950948" cy="454509"/>
      </dsp:txXfrm>
    </dsp:sp>
    <dsp:sp modelId="{A241D8B4-65B1-498D-A7B2-414CD56B71A2}">
      <dsp:nvSpPr>
        <dsp:cNvPr id="0" name=""/>
        <dsp:cNvSpPr/>
      </dsp:nvSpPr>
      <dsp:spPr>
        <a:xfrm>
          <a:off x="0" y="1410102"/>
          <a:ext cx="5000124" cy="499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Diagram alir yang menunjukkan informasi tentang arus laporan atau formulir (dokumen).</a:t>
          </a:r>
        </a:p>
      </dsp:txBody>
      <dsp:txXfrm>
        <a:off x="0" y="1410102"/>
        <a:ext cx="5000124" cy="499904"/>
      </dsp:txXfrm>
    </dsp:sp>
    <dsp:sp modelId="{B60CE665-5613-4CED-8BA1-F9D2163CCC70}">
      <dsp:nvSpPr>
        <dsp:cNvPr id="0" name=""/>
        <dsp:cNvSpPr/>
      </dsp:nvSpPr>
      <dsp:spPr>
        <a:xfrm>
          <a:off x="0" y="1910007"/>
          <a:ext cx="5000124" cy="503685"/>
        </a:xfrm>
        <a:prstGeom prst="round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Flowchart Sistem</a:t>
          </a:r>
        </a:p>
      </dsp:txBody>
      <dsp:txXfrm>
        <a:off x="24588" y="1934595"/>
        <a:ext cx="4950948" cy="454509"/>
      </dsp:txXfrm>
    </dsp:sp>
    <dsp:sp modelId="{F4B3D8B0-0CF2-4B4C-91E9-8BDFDB3BD023}">
      <dsp:nvSpPr>
        <dsp:cNvPr id="0" name=""/>
        <dsp:cNvSpPr/>
      </dsp:nvSpPr>
      <dsp:spPr>
        <a:xfrm>
          <a:off x="0" y="2413692"/>
          <a:ext cx="5000124" cy="499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Diagram alir yang menggambarkan arus dari pekerjaan secara menyeluruh pada suatu sistem.</a:t>
          </a:r>
        </a:p>
      </dsp:txBody>
      <dsp:txXfrm>
        <a:off x="0" y="2413692"/>
        <a:ext cx="5000124" cy="499904"/>
      </dsp:txXfrm>
    </dsp:sp>
    <dsp:sp modelId="{8391588B-5A8E-403C-8C67-4567FF5311E4}">
      <dsp:nvSpPr>
        <dsp:cNvPr id="0" name=""/>
        <dsp:cNvSpPr/>
      </dsp:nvSpPr>
      <dsp:spPr>
        <a:xfrm>
          <a:off x="0" y="2913597"/>
          <a:ext cx="5000124" cy="503685"/>
        </a:xfrm>
        <a:prstGeom prst="roundRect">
          <a:avLst/>
        </a:prstGeom>
        <a:gradFill rotWithShape="0">
          <a:gsLst>
            <a:gs pos="0">
              <a:schemeClr val="accent2">
                <a:hueOff val="-1091522"/>
                <a:satOff val="-62946"/>
                <a:lumOff val="6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91522"/>
                <a:satOff val="-62946"/>
                <a:lumOff val="6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91522"/>
                <a:satOff val="-62946"/>
                <a:lumOff val="6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Flowchart Skematis</a:t>
          </a:r>
        </a:p>
      </dsp:txBody>
      <dsp:txXfrm>
        <a:off x="24588" y="2938185"/>
        <a:ext cx="4950948" cy="454509"/>
      </dsp:txXfrm>
    </dsp:sp>
    <dsp:sp modelId="{A332E770-F8CE-454C-A774-BD07BB48CA3A}">
      <dsp:nvSpPr>
        <dsp:cNvPr id="0" name=""/>
        <dsp:cNvSpPr/>
      </dsp:nvSpPr>
      <dsp:spPr>
        <a:xfrm>
          <a:off x="0" y="3417282"/>
          <a:ext cx="5000124" cy="738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Mirip seperti flowchart sistem, namun flowchart skematis juga menggunakan notasi-notasi yang digunakan pada suatu sistem.</a:t>
          </a:r>
        </a:p>
      </dsp:txBody>
      <dsp:txXfrm>
        <a:off x="0" y="3417282"/>
        <a:ext cx="5000124" cy="738990"/>
      </dsp:txXfrm>
    </dsp:sp>
    <dsp:sp modelId="{D9946184-3415-4E71-90A2-63907BF509DF}">
      <dsp:nvSpPr>
        <dsp:cNvPr id="0" name=""/>
        <dsp:cNvSpPr/>
      </dsp:nvSpPr>
      <dsp:spPr>
        <a:xfrm>
          <a:off x="0" y="4156272"/>
          <a:ext cx="5000124" cy="503685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Flowchart Program</a:t>
          </a:r>
          <a:endParaRPr lang="en-US" sz="2100" kern="1200"/>
        </a:p>
      </dsp:txBody>
      <dsp:txXfrm>
        <a:off x="24588" y="4180860"/>
        <a:ext cx="4950948" cy="454509"/>
      </dsp:txXfrm>
    </dsp:sp>
    <dsp:sp modelId="{401392C0-5021-4388-8E0B-9952FF1D4448}">
      <dsp:nvSpPr>
        <dsp:cNvPr id="0" name=""/>
        <dsp:cNvSpPr/>
      </dsp:nvSpPr>
      <dsp:spPr>
        <a:xfrm>
          <a:off x="0" y="4659957"/>
          <a:ext cx="5000124" cy="738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Diagram alir yang memberikan informasi terkait langkah-langkah yang berasal dari sebuah proses pada suatu program.</a:t>
          </a:r>
        </a:p>
      </dsp:txBody>
      <dsp:txXfrm>
        <a:off x="0" y="4659957"/>
        <a:ext cx="5000124" cy="7389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CA2BCA-4F36-4ED3-8708-84585034C1A2}">
      <dsp:nvSpPr>
        <dsp:cNvPr id="0" name=""/>
        <dsp:cNvSpPr/>
      </dsp:nvSpPr>
      <dsp:spPr>
        <a:xfrm>
          <a:off x="0" y="174379"/>
          <a:ext cx="5000124" cy="251081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Merupakan deskripsi dari algoritma program yang ditulis lebih sederhana dari sintaks bahasa pemrograman yang sesungguhnya.</a:t>
          </a:r>
        </a:p>
      </dsp:txBody>
      <dsp:txXfrm>
        <a:off x="122568" y="296947"/>
        <a:ext cx="4754988" cy="2265683"/>
      </dsp:txXfrm>
    </dsp:sp>
    <dsp:sp modelId="{B9F6D873-6AEF-4BAD-88F6-0BA5426CC27E}">
      <dsp:nvSpPr>
        <dsp:cNvPr id="0" name=""/>
        <dsp:cNvSpPr/>
      </dsp:nvSpPr>
      <dsp:spPr>
        <a:xfrm>
          <a:off x="0" y="2768719"/>
          <a:ext cx="5000124" cy="2510819"/>
        </a:xfrm>
        <a:prstGeom prst="roundRect">
          <a:avLst/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Tujuan atau fungsi dari Pseudocode ini adalah untuk memudahkan seseorang dalam memahami algoritma dari suatu program.</a:t>
          </a:r>
        </a:p>
      </dsp:txBody>
      <dsp:txXfrm>
        <a:off x="122568" y="2891287"/>
        <a:ext cx="4754988" cy="22656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DFE9D2-3709-42AD-8707-F811A911EEE8}">
      <dsp:nvSpPr>
        <dsp:cNvPr id="0" name=""/>
        <dsp:cNvSpPr/>
      </dsp:nvSpPr>
      <dsp:spPr>
        <a:xfrm>
          <a:off x="0" y="222259"/>
          <a:ext cx="5000124" cy="9149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Struktur penulisan Pseudocode dibagi menjadi 3 bagian, yaitu:</a:t>
          </a:r>
        </a:p>
      </dsp:txBody>
      <dsp:txXfrm>
        <a:off x="44664" y="266923"/>
        <a:ext cx="4910796" cy="825612"/>
      </dsp:txXfrm>
    </dsp:sp>
    <dsp:sp modelId="{CBD6E98A-8D32-4CA8-8497-16014B1D99A4}">
      <dsp:nvSpPr>
        <dsp:cNvPr id="0" name=""/>
        <dsp:cNvSpPr/>
      </dsp:nvSpPr>
      <dsp:spPr>
        <a:xfrm>
          <a:off x="0" y="1137199"/>
          <a:ext cx="5000124" cy="4094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Judul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Umumnya/biasanya diawali dengan kata “Program” kemudian diikuti nama algoritma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Tidak boleh ada spasi (bisa diganti dengan “_”)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Tidak boleh diawali dengan angka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Tidak boleh menggunakan keyword pada bahasa pemrograman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Deskripsi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Bagian yang digunakan untuk mendefinisikan atau mendeklarasikan variabel-variabel yang akan digunakan dalam proses algoritma.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Implementasi/Algoritma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Merupakan bagian inti/utama dimana sekumpulan perintah algoritma dituliskan.</a:t>
          </a:r>
        </a:p>
      </dsp:txBody>
      <dsp:txXfrm>
        <a:off x="0" y="1137199"/>
        <a:ext cx="5000124" cy="40944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D8387C-FD7F-41D0-BEC3-E8A31BED0C3F}">
      <dsp:nvSpPr>
        <dsp:cNvPr id="0" name=""/>
        <dsp:cNvSpPr/>
      </dsp:nvSpPr>
      <dsp:spPr>
        <a:xfrm>
          <a:off x="1024483" y="631"/>
          <a:ext cx="6146903" cy="36881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1203" tIns="316166" rIns="301203" bIns="316166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Buatlah flowchart dan Pseudocode untuk: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Menghitung luas lingkaran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Mengitung luas segitiga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Menentukan nilai maksimal (dari 2 bilangan)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Menentukan hasil kali (dari 2 bilangan)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Menentukan bilangan ganjil atau genap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Menampilkan bilangan ganjil dari 0 sampai 100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Menentukan nama hari dari bilangan 1 sampai 7</a:t>
          </a:r>
        </a:p>
      </dsp:txBody>
      <dsp:txXfrm>
        <a:off x="1024483" y="631"/>
        <a:ext cx="6146903" cy="36881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Flowchart dan Pseudocode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Oleh:</a:t>
            </a:r>
          </a:p>
          <a:p>
            <a:pPr algn="l"/>
            <a:r>
              <a:rPr lang="en-US"/>
              <a:t>Susilo Veri Yulianto, S.Kom., M.T.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n-US" b="1"/>
              <a:t>Pengertian FLowchart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1F9845-1933-78E6-BE3C-6FCA3ADC19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2366712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 b="1">
                <a:solidFill>
                  <a:srgbClr val="FFFFFF"/>
                </a:solidFill>
              </a:rPr>
              <a:t>Fungsi FLowchart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01D988-225C-2CE0-6D6E-BE23057944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177789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 b="1">
                <a:solidFill>
                  <a:srgbClr val="FFFFFF"/>
                </a:solidFill>
              </a:rPr>
              <a:t>Macam-Macam FLowchart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E13D1C-C6FF-CD2B-1A68-73910DDE88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026120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Notasi Flowchart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half" idx="1"/>
          </p:nvPr>
        </p:nvGraphicFramePr>
        <p:xfrm>
          <a:off x="628650" y="2226469"/>
          <a:ext cx="78867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9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7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/>
                        <a:t>Notasi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/>
                        <a:t>Keterangan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/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Terminator</a:t>
                      </a:r>
                    </a:p>
                    <a:p>
                      <a:pPr>
                        <a:buNone/>
                      </a:pPr>
                      <a:r>
                        <a:rPr lang="en-US" sz="1500"/>
                        <a:t>Notasi yang digunakan sebagai tanda awal atau akhir dari suatu program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/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Flow</a:t>
                      </a: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1500"/>
                        <a:t>Digunakan untuk menghubungkan antar notasi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/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Preparation</a:t>
                      </a: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1500"/>
                        <a:t>Digunakan untuk menyiapkan penyimpanan data dengan nilai awal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/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Process</a:t>
                      </a: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1500"/>
                        <a:t>Notasi yang digunakan untuk menyatakan proses dari komputer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/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1800"/>
                        <a:t>Input/Output</a:t>
                      </a: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1500"/>
                        <a:t>Notasi yang digunakan untuk menyatakan input (masukkan) atau output (keluaran)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Flowchart: Terminator 6"/>
          <p:cNvSpPr/>
          <p:nvPr/>
        </p:nvSpPr>
        <p:spPr>
          <a:xfrm>
            <a:off x="1032986" y="2734628"/>
            <a:ext cx="1080135" cy="270034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035368" y="3303270"/>
            <a:ext cx="1080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035368" y="3601879"/>
            <a:ext cx="108000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Preparation 10"/>
          <p:cNvSpPr/>
          <p:nvPr/>
        </p:nvSpPr>
        <p:spPr>
          <a:xfrm>
            <a:off x="1032986" y="3834765"/>
            <a:ext cx="1080000" cy="405000"/>
          </a:xfrm>
          <a:prstGeom prst="flowChartPrepara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Flowchart: Process 11"/>
          <p:cNvSpPr/>
          <p:nvPr/>
        </p:nvSpPr>
        <p:spPr>
          <a:xfrm>
            <a:off x="1054418" y="4430554"/>
            <a:ext cx="1080000" cy="405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Flowchart: Data 12"/>
          <p:cNvSpPr/>
          <p:nvPr/>
        </p:nvSpPr>
        <p:spPr>
          <a:xfrm>
            <a:off x="1056323" y="5100161"/>
            <a:ext cx="1080000" cy="405000"/>
          </a:xfrm>
          <a:prstGeom prst="flowChartInputOut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Notasi Flowchart (Lanjut...)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half" idx="1"/>
          </p:nvPr>
        </p:nvGraphicFramePr>
        <p:xfrm>
          <a:off x="628650" y="2226469"/>
          <a:ext cx="7886700" cy="331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9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7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/>
                        <a:t>Notasi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/>
                        <a:t>Keterangan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/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Decision</a:t>
                      </a:r>
                    </a:p>
                    <a:p>
                      <a:pPr>
                        <a:buNone/>
                      </a:pPr>
                      <a:r>
                        <a:rPr lang="en-US" sz="1500"/>
                        <a:t>Notasi yang digunakan untuk menyatakan kondisi tertentu, 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/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Predefine Process</a:t>
                      </a: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1500"/>
                        <a:t>Notasi yang digunakan untuk memanggil/menjalankan sub bagian program atau prosedur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/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One-Page Reference</a:t>
                      </a: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1500"/>
                        <a:t>Digunakan untuk menghubungkan notasi flowchart yang terpisah dalam lembar kerja yang sama</a:t>
                      </a:r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/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Off-Page Reference</a:t>
                      </a:r>
                      <a:endParaRPr lang="en-US" sz="1800"/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1500">
                          <a:sym typeface="+mn-ea"/>
                        </a:rPr>
                        <a:t>Digunakan untuk menghubungkan notasi flowchart yang terpisah dalam lembar kerja yang berbeda</a:t>
                      </a:r>
                      <a:endParaRPr lang="en-US" sz="1500"/>
                    </a:p>
                  </a:txBody>
                  <a:tcPr marL="68580" marR="68580" marT="34290" marB="34290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Flowchart: Decision 6"/>
          <p:cNvSpPr/>
          <p:nvPr/>
        </p:nvSpPr>
        <p:spPr>
          <a:xfrm>
            <a:off x="1032986" y="2646998"/>
            <a:ext cx="1080135" cy="405000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Flowchart: Connector 10"/>
          <p:cNvSpPr/>
          <p:nvPr/>
        </p:nvSpPr>
        <p:spPr>
          <a:xfrm>
            <a:off x="1370648" y="4048601"/>
            <a:ext cx="405000" cy="405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Flowchart: Off-page Connector 11"/>
          <p:cNvSpPr/>
          <p:nvPr/>
        </p:nvSpPr>
        <p:spPr>
          <a:xfrm>
            <a:off x="1370648" y="4818221"/>
            <a:ext cx="405000" cy="405000"/>
          </a:xfrm>
          <a:prstGeom prst="flowChartOffpage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Flowchart: Predefined Process 13"/>
          <p:cNvSpPr/>
          <p:nvPr/>
        </p:nvSpPr>
        <p:spPr>
          <a:xfrm>
            <a:off x="1049655" y="3235166"/>
            <a:ext cx="1080000" cy="405000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Contoh FLowchart</a:t>
            </a:r>
          </a:p>
        </p:txBody>
      </p:sp>
      <p:graphicFrame>
        <p:nvGraphicFramePr>
          <p:cNvPr id="5" name="Content Placeholder 4"/>
          <p:cNvGraphicFramePr>
            <a:graphicFrameLocks noGrp="1" noChangeAspect="1"/>
          </p:cNvGraphicFramePr>
          <p:nvPr>
            <p:ph idx="1"/>
          </p:nvPr>
        </p:nvGraphicFramePr>
        <p:xfrm>
          <a:off x="3767614" y="2044065"/>
          <a:ext cx="1608296" cy="3688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61745" imgH="2893695" progId="Visio.Drawing.15">
                  <p:embed/>
                </p:oleObj>
              </mc:Choice>
              <mc:Fallback>
                <p:oleObj r:id="rId2" imgW="1261745" imgH="2893695" progId="Visio.Drawing.15">
                  <p:embed/>
                  <p:pic>
                    <p:nvPicPr>
                      <p:cNvPr id="0" name="Picture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67614" y="2044065"/>
                        <a:ext cx="1608296" cy="36885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 b="1">
                <a:solidFill>
                  <a:srgbClr val="FFFFFF"/>
                </a:solidFill>
              </a:rPr>
              <a:t>Pengertian Pseudocode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94128E-D013-730A-2CA5-F1EB343965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291306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 b="1">
                <a:solidFill>
                  <a:srgbClr val="FFFFFF"/>
                </a:solidFill>
              </a:rPr>
              <a:t>Struktur Pseudocode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196B21-F595-9035-3D41-5D39962400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143287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Contoh 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/>
              <a:t>Program HitungLuasPersegiPanjang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Deskripsi</a:t>
            </a:r>
          </a:p>
          <a:p>
            <a:pPr marL="0" indent="0">
              <a:buNone/>
            </a:pPr>
            <a:r>
              <a:rPr lang="en-US">
                <a:latin typeface="Courier New" panose="02070309020205020404" charset="0"/>
                <a:cs typeface="Courier New" panose="02070309020205020404" charset="0"/>
              </a:rPr>
              <a:t>var luas, panjang, lebar;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Algoritma</a:t>
            </a:r>
          </a:p>
          <a:p>
            <a:pPr marL="0" algn="l">
              <a:buClrTx/>
              <a:buSzTx/>
              <a:buNone/>
            </a:pPr>
            <a:r>
              <a:rPr lang="en-US">
                <a:latin typeface="Courier New" panose="02070309020205020404" charset="0"/>
                <a:cs typeface="Courier New" panose="02070309020205020404" charset="0"/>
              </a:rPr>
              <a:t>read(panjang); {diinput user}</a:t>
            </a:r>
          </a:p>
          <a:p>
            <a:pPr marL="0" algn="l">
              <a:buClrTx/>
              <a:buSzTx/>
              <a:buNone/>
            </a:pPr>
            <a:r>
              <a:rPr 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read(lebar); {diinput user}</a:t>
            </a:r>
          </a:p>
          <a:p>
            <a:pPr marL="0" algn="l">
              <a:buClrTx/>
              <a:buSzTx/>
              <a:buNone/>
            </a:pPr>
            <a:r>
              <a:rPr 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luas &lt;-- panjang * lebar;</a:t>
            </a:r>
          </a:p>
          <a:p>
            <a:pPr marL="0" algn="l">
              <a:buClrTx/>
              <a:buSzTx/>
              <a:buNone/>
            </a:pPr>
            <a:r>
              <a:rPr 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write(luas);</a:t>
            </a:r>
            <a:endParaRPr 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Latihan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249DF9-3DAC-532B-807C-E3057CA821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831612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Terima Kasih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515</Words>
  <Application>Microsoft Office PowerPoint</Application>
  <PresentationFormat>On-screen Show (4:3)</PresentationFormat>
  <Paragraphs>84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Office Theme</vt:lpstr>
      <vt:lpstr>Visio.Drawing.15</vt:lpstr>
      <vt:lpstr>Flowchart dan Pseudocode</vt:lpstr>
      <vt:lpstr>Pengertian FLowchart</vt:lpstr>
      <vt:lpstr>Fungsi FLowchart</vt:lpstr>
      <vt:lpstr>Macam-Macam FLowchart</vt:lpstr>
      <vt:lpstr>Notasi Flowchart</vt:lpstr>
      <vt:lpstr>Notasi Flowchart (Lanjut...)</vt:lpstr>
      <vt:lpstr>Contoh FLowchart</vt:lpstr>
      <vt:lpstr>Pengertian Pseudocode</vt:lpstr>
      <vt:lpstr>Struktur Pseudocode</vt:lpstr>
      <vt:lpstr>Contoh Pseudocode</vt:lpstr>
      <vt:lpstr>Latihan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Flowchart dan Pseudo Code</dc:title>
  <dc:creator/>
  <cp:lastModifiedBy>ghali marzani</cp:lastModifiedBy>
  <cp:revision>8</cp:revision>
  <dcterms:created xsi:type="dcterms:W3CDTF">2022-09-14T00:04:00Z</dcterms:created>
  <dcterms:modified xsi:type="dcterms:W3CDTF">2025-09-05T07:07:37Z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8A4313F5E5594CB8A34DF1021023203B</vt:lpwstr>
  </property>
  <property fmtid="{D5CDD505-2E9C-101B-9397-08002B2CF9AE}" pid="3" name="KSOProductBuildVer">
    <vt:lpwstr>1033-11.2.0.11219</vt:lpwstr>
  </property>
</Properties>
</file>