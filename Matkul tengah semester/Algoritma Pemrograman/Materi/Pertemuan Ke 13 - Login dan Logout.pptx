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318" r:id="rId4"/>
    <p:sldId id="323" r:id="rId5"/>
    <p:sldId id="324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Login dan Logout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Oleh:</a:t>
            </a:r>
          </a:p>
          <a:p>
            <a:pPr algn="l"/>
            <a:r>
              <a:rPr lang="en-US"/>
              <a:t>Susilo Veri Yulianto, S.Kom., M.T.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Suatu</a:t>
            </a:r>
            <a:r>
              <a:rPr lang="en-US" dirty="0"/>
              <a:t> menu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oleh user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pada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US" dirty="0"/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memastikan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user-user </a:t>
            </a:r>
            <a:r>
              <a:rPr lang="en-US" dirty="0" err="1"/>
              <a:t>tertentu</a:t>
            </a:r>
            <a:r>
              <a:rPr lang="en-US" dirty="0"/>
              <a:t> yang </a:t>
            </a:r>
            <a:r>
              <a:rPr lang="en-US" dirty="0" err="1"/>
              <a:t>diijinkan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r>
              <a:rPr lang="en-US" dirty="0"/>
              <a:t>User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dibagi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, </a:t>
            </a:r>
            <a:r>
              <a:rPr lang="en-US" dirty="0" err="1"/>
              <a:t>seperti</a:t>
            </a:r>
            <a:r>
              <a:rPr lang="en-US" dirty="0"/>
              <a:t>: </a:t>
            </a:r>
            <a:r>
              <a:rPr lang="en-US" dirty="0" err="1"/>
              <a:t>superadmin</a:t>
            </a:r>
            <a:r>
              <a:rPr lang="en-US" dirty="0"/>
              <a:t>, administrator, </a:t>
            </a:r>
            <a:r>
              <a:rPr lang="en-US" dirty="0" err="1"/>
              <a:t>kasir</a:t>
            </a:r>
            <a:r>
              <a:rPr lang="en-US" dirty="0"/>
              <a:t>, dan </a:t>
            </a:r>
            <a:r>
              <a:rPr lang="en-US" dirty="0" err="1"/>
              <a:t>sebagainya</a:t>
            </a:r>
            <a:endParaRPr lang="en-US" dirty="0"/>
          </a:p>
          <a:p>
            <a:r>
              <a:rPr lang="en-US" dirty="0"/>
              <a:t>Proses login </a:t>
            </a:r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meliputi</a:t>
            </a:r>
            <a:r>
              <a:rPr lang="en-US" dirty="0"/>
              <a:t> proses </a:t>
            </a:r>
            <a:r>
              <a:rPr lang="en-US" dirty="0" err="1"/>
              <a:t>verifikasi</a:t>
            </a:r>
            <a:r>
              <a:rPr lang="en-US" dirty="0"/>
              <a:t> nama user dan password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Enkripsi</a:t>
            </a:r>
            <a:endParaRPr lang="en-US" sz="4000" b="1" i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761" y="1885280"/>
            <a:ext cx="11267440" cy="48406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 err="1"/>
              <a:t>Seharusnya</a:t>
            </a:r>
            <a:r>
              <a:rPr lang="en-US" sz="2400" dirty="0"/>
              <a:t> password yang </a:t>
            </a:r>
            <a:r>
              <a:rPr lang="en-US" sz="2400" dirty="0" err="1"/>
              <a:t>yang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tidaklah</a:t>
            </a:r>
            <a:r>
              <a:rPr lang="en-US" sz="2400" dirty="0"/>
              <a:t> </a:t>
            </a:r>
            <a:r>
              <a:rPr lang="en-US" sz="2400" dirty="0" err="1"/>
              <a:t>disimpan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plain text (</a:t>
            </a:r>
            <a:r>
              <a:rPr lang="en-US" sz="2400" dirty="0" err="1"/>
              <a:t>apa</a:t>
            </a:r>
            <a:r>
              <a:rPr lang="en-US" sz="2400" dirty="0"/>
              <a:t> </a:t>
            </a:r>
            <a:r>
              <a:rPr lang="en-US" sz="2400" dirty="0" err="1"/>
              <a:t>adanya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alasan</a:t>
            </a:r>
            <a:r>
              <a:rPr lang="en-US" sz="2400" dirty="0"/>
              <a:t> </a:t>
            </a:r>
            <a:r>
              <a:rPr lang="en-US" sz="2400" dirty="0" err="1"/>
              <a:t>keamanan</a:t>
            </a:r>
            <a:r>
              <a:rPr lang="en-US" sz="2400" dirty="0"/>
              <a:t>, password yang </a:t>
            </a:r>
            <a:r>
              <a:rPr lang="en-US" sz="2400" dirty="0" err="1"/>
              <a:t>disimpan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database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dienkripsi</a:t>
            </a:r>
            <a:endParaRPr lang="en-US" sz="2400" dirty="0"/>
          </a:p>
          <a:p>
            <a:r>
              <a:rPr lang="en-US" sz="2400" dirty="0" err="1"/>
              <a:t>Enkripsi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proses </a:t>
            </a:r>
            <a:r>
              <a:rPr lang="en-US" sz="2400" dirty="0" err="1"/>
              <a:t>pengubahan</a:t>
            </a:r>
            <a:r>
              <a:rPr lang="en-US" sz="2400" dirty="0"/>
              <a:t> data/</a:t>
            </a:r>
            <a:r>
              <a:rPr lang="en-US" sz="2400" dirty="0" err="1"/>
              <a:t>informasi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plain text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teks</a:t>
            </a:r>
            <a:r>
              <a:rPr lang="en-US" sz="2400" dirty="0"/>
              <a:t> yang </a:t>
            </a:r>
            <a:r>
              <a:rPr lang="en-US" sz="2400" dirty="0" err="1"/>
              <a:t>tersandi</a:t>
            </a:r>
            <a:r>
              <a:rPr lang="en-US" sz="2400" dirty="0"/>
              <a:t>.</a:t>
            </a:r>
          </a:p>
          <a:p>
            <a:r>
              <a:rPr lang="en-US" sz="2400" dirty="0"/>
              <a:t>Macam-</a:t>
            </a:r>
            <a:r>
              <a:rPr lang="en-US" sz="2400" dirty="0" err="1"/>
              <a:t>cacam</a:t>
            </a:r>
            <a:r>
              <a:rPr lang="en-US" sz="2400" dirty="0"/>
              <a:t> </a:t>
            </a:r>
            <a:r>
              <a:rPr lang="en-US" sz="2400" dirty="0" err="1"/>
              <a:t>enkripsi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lain:</a:t>
            </a:r>
          </a:p>
          <a:p>
            <a:pPr marL="589280" lvl="1"/>
            <a:r>
              <a:rPr lang="en-US" dirty="0"/>
              <a:t>Secure Hashing Algorithm (SHA)</a:t>
            </a:r>
          </a:p>
          <a:p>
            <a:pPr marL="589280" lvl="1"/>
            <a:r>
              <a:rPr lang="en-US" dirty="0"/>
              <a:t>Message-Digest Algorithm 2 (MD2)</a:t>
            </a:r>
          </a:p>
          <a:p>
            <a:pPr marL="589280" lvl="1"/>
            <a:r>
              <a:rPr lang="en-US" dirty="0">
                <a:sym typeface="+mn-ea"/>
              </a:rPr>
              <a:t>Message-Digest Algorithm 4 (MD4)</a:t>
            </a:r>
            <a:endParaRPr lang="en-US" dirty="0"/>
          </a:p>
          <a:p>
            <a:pPr marL="589280" lvl="1"/>
            <a:r>
              <a:rPr lang="en-US" dirty="0">
                <a:sym typeface="+mn-ea"/>
              </a:rPr>
              <a:t>Message-Digest Algorithm 5 (MD5)</a:t>
            </a:r>
          </a:p>
          <a:p>
            <a:pPr marL="589280" lvl="1"/>
            <a:r>
              <a:rPr lang="en-US" dirty="0">
                <a:sym typeface="+mn-ea"/>
              </a:rPr>
              <a:t>Base64</a:t>
            </a:r>
            <a:endParaRPr lang="en-US" dirty="0"/>
          </a:p>
          <a:p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Flowchart Login</a:t>
            </a:r>
          </a:p>
        </p:txBody>
      </p:sp>
      <p:pic>
        <p:nvPicPr>
          <p:cNvPr id="100" name="Content Placeholder 9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0410" y="182880"/>
            <a:ext cx="4331335" cy="6492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Merupakan</a:t>
            </a:r>
            <a:r>
              <a:rPr lang="en-US" dirty="0"/>
              <a:t> proses </a:t>
            </a:r>
            <a:r>
              <a:rPr lang="en-US" dirty="0" err="1"/>
              <a:t>kebalikan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login,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US" dirty="0"/>
          </a:p>
          <a:p>
            <a:r>
              <a:rPr lang="en-US" dirty="0"/>
              <a:t>User yang </a:t>
            </a:r>
            <a:r>
              <a:rPr lang="en-US" dirty="0" err="1"/>
              <a:t>sudah</a:t>
            </a:r>
            <a:r>
              <a:rPr lang="en-US" dirty="0"/>
              <a:t> logout,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proses login </a:t>
            </a:r>
            <a:r>
              <a:rPr lang="en-US" dirty="0" err="1"/>
              <a:t>lagi</a:t>
            </a:r>
            <a:endParaRPr lang="en-US" dirty="0"/>
          </a:p>
          <a:p>
            <a:r>
              <a:rPr lang="en-US" dirty="0"/>
              <a:t>Dalam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web, proses logout </a:t>
            </a:r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data session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Terima Kasih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183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Login dan Logout</vt:lpstr>
      <vt:lpstr>Login</vt:lpstr>
      <vt:lpstr>Enkripsi</vt:lpstr>
      <vt:lpstr>Flowchart Login</vt:lpstr>
      <vt:lpstr>Logout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 dan Pseudo Code</dc:title>
  <dc:creator/>
  <cp:lastModifiedBy>ghali marzani</cp:lastModifiedBy>
  <cp:revision>45</cp:revision>
  <dcterms:created xsi:type="dcterms:W3CDTF">2022-09-14T00:04:00Z</dcterms:created>
  <dcterms:modified xsi:type="dcterms:W3CDTF">2025-11-24T03:57:00Z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C169781512ED439DAEEAC99C4E4345F3</vt:lpwstr>
  </property>
  <property fmtid="{D5CDD505-2E9C-101B-9397-08002B2CF9AE}" pid="3" name="KSOProductBuildVer">
    <vt:lpwstr>1033-11.2.0.11225</vt:lpwstr>
  </property>
</Properties>
</file>