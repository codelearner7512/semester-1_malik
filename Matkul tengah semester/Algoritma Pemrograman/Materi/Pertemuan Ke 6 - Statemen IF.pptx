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handoutMasterIdLst>
    <p:handoutMasterId r:id="rId14"/>
  </p:handoutMasterIdLst>
  <p:sldIdLst>
    <p:sldId id="256" r:id="rId2"/>
    <p:sldId id="257" r:id="rId3"/>
    <p:sldId id="258" r:id="rId4"/>
    <p:sldId id="295" r:id="rId5"/>
    <p:sldId id="296" r:id="rId6"/>
    <p:sldId id="297" r:id="rId7"/>
    <p:sldId id="298" r:id="rId8"/>
    <p:sldId id="299" r:id="rId9"/>
    <p:sldId id="300" r:id="rId10"/>
    <p:sldId id="301" r:id="rId11"/>
    <p:sldId id="267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>
      <p:cViewPr varScale="1">
        <p:scale>
          <a:sx n="78" d="100"/>
          <a:sy n="78" d="100"/>
        </p:scale>
        <p:origin x="835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C964EC1-4F0D-49C7-912D-6975295DBD8E}" type="doc">
      <dgm:prSet loTypeId="urn:microsoft.com/office/officeart/2005/8/layout/vList5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2C57BCCF-0603-4FB3-9AAF-E12BC3408EFF}">
      <dgm:prSet/>
      <dgm:spPr/>
      <dgm:t>
        <a:bodyPr/>
        <a:lstStyle/>
        <a:p>
          <a:r>
            <a:rPr lang="en-US"/>
            <a:t>IF Tunggal</a:t>
          </a:r>
        </a:p>
      </dgm:t>
    </dgm:pt>
    <dgm:pt modelId="{55236F61-ACD7-4683-A9F0-6F94E12A4D76}" type="parTrans" cxnId="{90E1A209-0746-4C8B-B658-9F020C2AB51B}">
      <dgm:prSet/>
      <dgm:spPr/>
      <dgm:t>
        <a:bodyPr/>
        <a:lstStyle/>
        <a:p>
          <a:endParaRPr lang="en-US"/>
        </a:p>
      </dgm:t>
    </dgm:pt>
    <dgm:pt modelId="{60728D78-DD4A-43FB-AC4D-AF931C999BEA}" type="sibTrans" cxnId="{90E1A209-0746-4C8B-B658-9F020C2AB51B}">
      <dgm:prSet/>
      <dgm:spPr/>
      <dgm:t>
        <a:bodyPr/>
        <a:lstStyle/>
        <a:p>
          <a:endParaRPr lang="en-US"/>
        </a:p>
      </dgm:t>
    </dgm:pt>
    <dgm:pt modelId="{76ED8025-9725-41F3-8397-FDC80B12ED65}">
      <dgm:prSet/>
      <dgm:spPr/>
      <dgm:t>
        <a:bodyPr/>
        <a:lstStyle/>
        <a:p>
          <a:r>
            <a:rPr lang="en-US"/>
            <a:t>IF...Else</a:t>
          </a:r>
        </a:p>
      </dgm:t>
    </dgm:pt>
    <dgm:pt modelId="{2E6139B7-1293-41C5-9B76-FD679B186523}" type="parTrans" cxnId="{A9EC0722-07EF-4F82-B587-1CC25BFC2C2B}">
      <dgm:prSet/>
      <dgm:spPr/>
      <dgm:t>
        <a:bodyPr/>
        <a:lstStyle/>
        <a:p>
          <a:endParaRPr lang="en-US"/>
        </a:p>
      </dgm:t>
    </dgm:pt>
    <dgm:pt modelId="{DDACB2B0-F35E-4287-8079-DA39BFBE2463}" type="sibTrans" cxnId="{A9EC0722-07EF-4F82-B587-1CC25BFC2C2B}">
      <dgm:prSet/>
      <dgm:spPr/>
      <dgm:t>
        <a:bodyPr/>
        <a:lstStyle/>
        <a:p>
          <a:endParaRPr lang="en-US"/>
        </a:p>
      </dgm:t>
    </dgm:pt>
    <dgm:pt modelId="{BFB9E65F-BB93-44D0-8044-F70274A6856E}">
      <dgm:prSet/>
      <dgm:spPr/>
      <dgm:t>
        <a:bodyPr/>
        <a:lstStyle/>
        <a:p>
          <a:r>
            <a:rPr lang="en-US"/>
            <a:t>IF Bertingkat</a:t>
          </a:r>
        </a:p>
      </dgm:t>
    </dgm:pt>
    <dgm:pt modelId="{2B50F62E-065E-42FB-AFF1-CE1492820673}" type="parTrans" cxnId="{3A962244-98E3-49C8-B65E-4880656DB034}">
      <dgm:prSet/>
      <dgm:spPr/>
      <dgm:t>
        <a:bodyPr/>
        <a:lstStyle/>
        <a:p>
          <a:endParaRPr lang="en-US"/>
        </a:p>
      </dgm:t>
    </dgm:pt>
    <dgm:pt modelId="{514F5013-59FD-4BF6-B31E-E46A17667D45}" type="sibTrans" cxnId="{3A962244-98E3-49C8-B65E-4880656DB034}">
      <dgm:prSet/>
      <dgm:spPr/>
      <dgm:t>
        <a:bodyPr/>
        <a:lstStyle/>
        <a:p>
          <a:endParaRPr lang="en-US"/>
        </a:p>
      </dgm:t>
    </dgm:pt>
    <dgm:pt modelId="{32F633CD-EF38-4856-8D45-D253EBDE811B}">
      <dgm:prSet/>
      <dgm:spPr/>
      <dgm:t>
        <a:bodyPr/>
        <a:lstStyle/>
        <a:p>
          <a:r>
            <a:rPr lang="en-US"/>
            <a:t>IF Bersarang</a:t>
          </a:r>
        </a:p>
      </dgm:t>
    </dgm:pt>
    <dgm:pt modelId="{ECFC53BC-6121-4BB7-A9F5-30DCAB63F8E1}" type="parTrans" cxnId="{F78234EE-DBB5-4110-AC93-D04B6EC08310}">
      <dgm:prSet/>
      <dgm:spPr/>
      <dgm:t>
        <a:bodyPr/>
        <a:lstStyle/>
        <a:p>
          <a:endParaRPr lang="en-US"/>
        </a:p>
      </dgm:t>
    </dgm:pt>
    <dgm:pt modelId="{900AA566-CE55-42D1-8B35-6983C277F4E7}" type="sibTrans" cxnId="{F78234EE-DBB5-4110-AC93-D04B6EC08310}">
      <dgm:prSet/>
      <dgm:spPr/>
      <dgm:t>
        <a:bodyPr/>
        <a:lstStyle/>
        <a:p>
          <a:endParaRPr lang="en-US"/>
        </a:p>
      </dgm:t>
    </dgm:pt>
    <dgm:pt modelId="{5A63AD3C-8280-4915-BC92-E693CE5C4F8A}" type="pres">
      <dgm:prSet presAssocID="{2C964EC1-4F0D-49C7-912D-6975295DBD8E}" presName="Name0" presStyleCnt="0">
        <dgm:presLayoutVars>
          <dgm:dir/>
          <dgm:animLvl val="lvl"/>
          <dgm:resizeHandles val="exact"/>
        </dgm:presLayoutVars>
      </dgm:prSet>
      <dgm:spPr/>
    </dgm:pt>
    <dgm:pt modelId="{3B124D95-DA1B-4AC3-9B1F-4EF0EB94BC6D}" type="pres">
      <dgm:prSet presAssocID="{2C57BCCF-0603-4FB3-9AAF-E12BC3408EFF}" presName="linNode" presStyleCnt="0"/>
      <dgm:spPr/>
    </dgm:pt>
    <dgm:pt modelId="{40A7811C-C0E7-4AAB-B8AC-ACF1E44C61C0}" type="pres">
      <dgm:prSet presAssocID="{2C57BCCF-0603-4FB3-9AAF-E12BC3408EFF}" presName="parentText" presStyleLbl="node1" presStyleIdx="0" presStyleCnt="4">
        <dgm:presLayoutVars>
          <dgm:chMax val="1"/>
          <dgm:bulletEnabled val="1"/>
        </dgm:presLayoutVars>
      </dgm:prSet>
      <dgm:spPr/>
    </dgm:pt>
    <dgm:pt modelId="{B9F9852C-B690-4737-9A86-B2FDAD1D6F6F}" type="pres">
      <dgm:prSet presAssocID="{60728D78-DD4A-43FB-AC4D-AF931C999BEA}" presName="sp" presStyleCnt="0"/>
      <dgm:spPr/>
    </dgm:pt>
    <dgm:pt modelId="{CC7B9A09-155E-4383-BCB0-A7C0D6E8836E}" type="pres">
      <dgm:prSet presAssocID="{76ED8025-9725-41F3-8397-FDC80B12ED65}" presName="linNode" presStyleCnt="0"/>
      <dgm:spPr/>
    </dgm:pt>
    <dgm:pt modelId="{6E5A3503-C55A-422F-B89F-723E26BE5CC2}" type="pres">
      <dgm:prSet presAssocID="{76ED8025-9725-41F3-8397-FDC80B12ED65}" presName="parentText" presStyleLbl="node1" presStyleIdx="1" presStyleCnt="4">
        <dgm:presLayoutVars>
          <dgm:chMax val="1"/>
          <dgm:bulletEnabled val="1"/>
        </dgm:presLayoutVars>
      </dgm:prSet>
      <dgm:spPr/>
    </dgm:pt>
    <dgm:pt modelId="{7573FDF2-922A-4A44-B1B7-591A39FC08A4}" type="pres">
      <dgm:prSet presAssocID="{DDACB2B0-F35E-4287-8079-DA39BFBE2463}" presName="sp" presStyleCnt="0"/>
      <dgm:spPr/>
    </dgm:pt>
    <dgm:pt modelId="{3E88B735-1175-465B-A7D3-4FE542A95E1F}" type="pres">
      <dgm:prSet presAssocID="{BFB9E65F-BB93-44D0-8044-F70274A6856E}" presName="linNode" presStyleCnt="0"/>
      <dgm:spPr/>
    </dgm:pt>
    <dgm:pt modelId="{CB1C25E0-FAB4-4E81-9314-F0AA9CEF44CF}" type="pres">
      <dgm:prSet presAssocID="{BFB9E65F-BB93-44D0-8044-F70274A6856E}" presName="parentText" presStyleLbl="node1" presStyleIdx="2" presStyleCnt="4">
        <dgm:presLayoutVars>
          <dgm:chMax val="1"/>
          <dgm:bulletEnabled val="1"/>
        </dgm:presLayoutVars>
      </dgm:prSet>
      <dgm:spPr/>
    </dgm:pt>
    <dgm:pt modelId="{77DDB419-EA4A-4008-BDEF-D156D0F9D8BD}" type="pres">
      <dgm:prSet presAssocID="{514F5013-59FD-4BF6-B31E-E46A17667D45}" presName="sp" presStyleCnt="0"/>
      <dgm:spPr/>
    </dgm:pt>
    <dgm:pt modelId="{9EED9424-89CF-4FB7-A14F-A066D4F1B783}" type="pres">
      <dgm:prSet presAssocID="{32F633CD-EF38-4856-8D45-D253EBDE811B}" presName="linNode" presStyleCnt="0"/>
      <dgm:spPr/>
    </dgm:pt>
    <dgm:pt modelId="{2B8FD622-BC9C-485B-B832-E36324BB26BA}" type="pres">
      <dgm:prSet presAssocID="{32F633CD-EF38-4856-8D45-D253EBDE811B}" presName="parentText" presStyleLbl="node1" presStyleIdx="3" presStyleCnt="4">
        <dgm:presLayoutVars>
          <dgm:chMax val="1"/>
          <dgm:bulletEnabled val="1"/>
        </dgm:presLayoutVars>
      </dgm:prSet>
      <dgm:spPr/>
    </dgm:pt>
  </dgm:ptLst>
  <dgm:cxnLst>
    <dgm:cxn modelId="{90E1A209-0746-4C8B-B658-9F020C2AB51B}" srcId="{2C964EC1-4F0D-49C7-912D-6975295DBD8E}" destId="{2C57BCCF-0603-4FB3-9AAF-E12BC3408EFF}" srcOrd="0" destOrd="0" parTransId="{55236F61-ACD7-4683-A9F0-6F94E12A4D76}" sibTransId="{60728D78-DD4A-43FB-AC4D-AF931C999BEA}"/>
    <dgm:cxn modelId="{78B6AB0B-8B6E-4821-B2C1-5D7012B7CFE1}" type="presOf" srcId="{2C964EC1-4F0D-49C7-912D-6975295DBD8E}" destId="{5A63AD3C-8280-4915-BC92-E693CE5C4F8A}" srcOrd="0" destOrd="0" presId="urn:microsoft.com/office/officeart/2005/8/layout/vList5"/>
    <dgm:cxn modelId="{A9EC0722-07EF-4F82-B587-1CC25BFC2C2B}" srcId="{2C964EC1-4F0D-49C7-912D-6975295DBD8E}" destId="{76ED8025-9725-41F3-8397-FDC80B12ED65}" srcOrd="1" destOrd="0" parTransId="{2E6139B7-1293-41C5-9B76-FD679B186523}" sibTransId="{DDACB2B0-F35E-4287-8079-DA39BFBE2463}"/>
    <dgm:cxn modelId="{4FE5023D-E645-4342-9B0F-B36E96C0CF1C}" type="presOf" srcId="{2C57BCCF-0603-4FB3-9AAF-E12BC3408EFF}" destId="{40A7811C-C0E7-4AAB-B8AC-ACF1E44C61C0}" srcOrd="0" destOrd="0" presId="urn:microsoft.com/office/officeart/2005/8/layout/vList5"/>
    <dgm:cxn modelId="{3A962244-98E3-49C8-B65E-4880656DB034}" srcId="{2C964EC1-4F0D-49C7-912D-6975295DBD8E}" destId="{BFB9E65F-BB93-44D0-8044-F70274A6856E}" srcOrd="2" destOrd="0" parTransId="{2B50F62E-065E-42FB-AFF1-CE1492820673}" sibTransId="{514F5013-59FD-4BF6-B31E-E46A17667D45}"/>
    <dgm:cxn modelId="{238D536B-5DF0-4821-8874-FF4B18F91DF7}" type="presOf" srcId="{BFB9E65F-BB93-44D0-8044-F70274A6856E}" destId="{CB1C25E0-FAB4-4E81-9314-F0AA9CEF44CF}" srcOrd="0" destOrd="0" presId="urn:microsoft.com/office/officeart/2005/8/layout/vList5"/>
    <dgm:cxn modelId="{8B6E24AD-6010-4241-A1EC-6FBE52E25213}" type="presOf" srcId="{76ED8025-9725-41F3-8397-FDC80B12ED65}" destId="{6E5A3503-C55A-422F-B89F-723E26BE5CC2}" srcOrd="0" destOrd="0" presId="urn:microsoft.com/office/officeart/2005/8/layout/vList5"/>
    <dgm:cxn modelId="{E0563BEA-02D7-40DE-9886-7DBB778E64AE}" type="presOf" srcId="{32F633CD-EF38-4856-8D45-D253EBDE811B}" destId="{2B8FD622-BC9C-485B-B832-E36324BB26BA}" srcOrd="0" destOrd="0" presId="urn:microsoft.com/office/officeart/2005/8/layout/vList5"/>
    <dgm:cxn modelId="{F78234EE-DBB5-4110-AC93-D04B6EC08310}" srcId="{2C964EC1-4F0D-49C7-912D-6975295DBD8E}" destId="{32F633CD-EF38-4856-8D45-D253EBDE811B}" srcOrd="3" destOrd="0" parTransId="{ECFC53BC-6121-4BB7-A9F5-30DCAB63F8E1}" sibTransId="{900AA566-CE55-42D1-8B35-6983C277F4E7}"/>
    <dgm:cxn modelId="{A42AAAC6-E9C4-4899-B6D8-2D7FB6A6F715}" type="presParOf" srcId="{5A63AD3C-8280-4915-BC92-E693CE5C4F8A}" destId="{3B124D95-DA1B-4AC3-9B1F-4EF0EB94BC6D}" srcOrd="0" destOrd="0" presId="urn:microsoft.com/office/officeart/2005/8/layout/vList5"/>
    <dgm:cxn modelId="{5C58064B-0539-44E5-9090-7E64F997C12B}" type="presParOf" srcId="{3B124D95-DA1B-4AC3-9B1F-4EF0EB94BC6D}" destId="{40A7811C-C0E7-4AAB-B8AC-ACF1E44C61C0}" srcOrd="0" destOrd="0" presId="urn:microsoft.com/office/officeart/2005/8/layout/vList5"/>
    <dgm:cxn modelId="{BE0346C1-A871-4985-9306-9A859A5C4883}" type="presParOf" srcId="{5A63AD3C-8280-4915-BC92-E693CE5C4F8A}" destId="{B9F9852C-B690-4737-9A86-B2FDAD1D6F6F}" srcOrd="1" destOrd="0" presId="urn:microsoft.com/office/officeart/2005/8/layout/vList5"/>
    <dgm:cxn modelId="{FBA57540-A648-4967-ABF2-B624BD8099DD}" type="presParOf" srcId="{5A63AD3C-8280-4915-BC92-E693CE5C4F8A}" destId="{CC7B9A09-155E-4383-BCB0-A7C0D6E8836E}" srcOrd="2" destOrd="0" presId="urn:microsoft.com/office/officeart/2005/8/layout/vList5"/>
    <dgm:cxn modelId="{95D5ACB6-89A5-41EF-AB68-85A1D2496C96}" type="presParOf" srcId="{CC7B9A09-155E-4383-BCB0-A7C0D6E8836E}" destId="{6E5A3503-C55A-422F-B89F-723E26BE5CC2}" srcOrd="0" destOrd="0" presId="urn:microsoft.com/office/officeart/2005/8/layout/vList5"/>
    <dgm:cxn modelId="{9919C803-46C7-4DA8-852C-E2A4116A7484}" type="presParOf" srcId="{5A63AD3C-8280-4915-BC92-E693CE5C4F8A}" destId="{7573FDF2-922A-4A44-B1B7-591A39FC08A4}" srcOrd="3" destOrd="0" presId="urn:microsoft.com/office/officeart/2005/8/layout/vList5"/>
    <dgm:cxn modelId="{778C13F5-A01C-4767-A2D9-8CBE0BC338CD}" type="presParOf" srcId="{5A63AD3C-8280-4915-BC92-E693CE5C4F8A}" destId="{3E88B735-1175-465B-A7D3-4FE542A95E1F}" srcOrd="4" destOrd="0" presId="urn:microsoft.com/office/officeart/2005/8/layout/vList5"/>
    <dgm:cxn modelId="{C804506C-E500-46CF-8D79-1BFA4CDCF469}" type="presParOf" srcId="{3E88B735-1175-465B-A7D3-4FE542A95E1F}" destId="{CB1C25E0-FAB4-4E81-9314-F0AA9CEF44CF}" srcOrd="0" destOrd="0" presId="urn:microsoft.com/office/officeart/2005/8/layout/vList5"/>
    <dgm:cxn modelId="{E1945338-4778-4C68-A679-16F4B30047A8}" type="presParOf" srcId="{5A63AD3C-8280-4915-BC92-E693CE5C4F8A}" destId="{77DDB419-EA4A-4008-BDEF-D156D0F9D8BD}" srcOrd="5" destOrd="0" presId="urn:microsoft.com/office/officeart/2005/8/layout/vList5"/>
    <dgm:cxn modelId="{B5053BE7-A2B4-4A50-BA3C-0A9F16B4E7CB}" type="presParOf" srcId="{5A63AD3C-8280-4915-BC92-E693CE5C4F8A}" destId="{9EED9424-89CF-4FB7-A14F-A066D4F1B783}" srcOrd="6" destOrd="0" presId="urn:microsoft.com/office/officeart/2005/8/layout/vList5"/>
    <dgm:cxn modelId="{FCCE0470-BE5D-4370-8474-12505F9365B3}" type="presParOf" srcId="{9EED9424-89CF-4FB7-A14F-A066D4F1B783}" destId="{2B8FD622-BC9C-485B-B832-E36324BB26BA}" srcOrd="0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0A7811C-C0E7-4AAB-B8AC-ACF1E44C61C0}">
      <dsp:nvSpPr>
        <dsp:cNvPr id="0" name=""/>
        <dsp:cNvSpPr/>
      </dsp:nvSpPr>
      <dsp:spPr>
        <a:xfrm>
          <a:off x="3496905" y="1846"/>
          <a:ext cx="3934018" cy="888123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1450" tIns="85725" rIns="171450" bIns="85725" numCol="1" spcCol="1270" anchor="ctr" anchorCtr="0">
          <a:noAutofit/>
        </a:bodyPr>
        <a:lstStyle/>
        <a:p>
          <a:pPr marL="0" lvl="0" indent="0" algn="ctr" defTabSz="2000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500" kern="1200"/>
            <a:t>IF Tunggal</a:t>
          </a:r>
        </a:p>
      </dsp:txBody>
      <dsp:txXfrm>
        <a:off x="3540260" y="45201"/>
        <a:ext cx="3847308" cy="801413"/>
      </dsp:txXfrm>
    </dsp:sp>
    <dsp:sp modelId="{6E5A3503-C55A-422F-B89F-723E26BE5CC2}">
      <dsp:nvSpPr>
        <dsp:cNvPr id="0" name=""/>
        <dsp:cNvSpPr/>
      </dsp:nvSpPr>
      <dsp:spPr>
        <a:xfrm>
          <a:off x="3496905" y="934376"/>
          <a:ext cx="3934018" cy="888123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1450" tIns="85725" rIns="171450" bIns="85725" numCol="1" spcCol="1270" anchor="ctr" anchorCtr="0">
          <a:noAutofit/>
        </a:bodyPr>
        <a:lstStyle/>
        <a:p>
          <a:pPr marL="0" lvl="0" indent="0" algn="ctr" defTabSz="2000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500" kern="1200"/>
            <a:t>IF...Else</a:t>
          </a:r>
        </a:p>
      </dsp:txBody>
      <dsp:txXfrm>
        <a:off x="3540260" y="977731"/>
        <a:ext cx="3847308" cy="801413"/>
      </dsp:txXfrm>
    </dsp:sp>
    <dsp:sp modelId="{CB1C25E0-FAB4-4E81-9314-F0AA9CEF44CF}">
      <dsp:nvSpPr>
        <dsp:cNvPr id="0" name=""/>
        <dsp:cNvSpPr/>
      </dsp:nvSpPr>
      <dsp:spPr>
        <a:xfrm>
          <a:off x="3496905" y="1866905"/>
          <a:ext cx="3934018" cy="888123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1450" tIns="85725" rIns="171450" bIns="85725" numCol="1" spcCol="1270" anchor="ctr" anchorCtr="0">
          <a:noAutofit/>
        </a:bodyPr>
        <a:lstStyle/>
        <a:p>
          <a:pPr marL="0" lvl="0" indent="0" algn="ctr" defTabSz="2000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500" kern="1200"/>
            <a:t>IF Bertingkat</a:t>
          </a:r>
        </a:p>
      </dsp:txBody>
      <dsp:txXfrm>
        <a:off x="3540260" y="1910260"/>
        <a:ext cx="3847308" cy="801413"/>
      </dsp:txXfrm>
    </dsp:sp>
    <dsp:sp modelId="{2B8FD622-BC9C-485B-B832-E36324BB26BA}">
      <dsp:nvSpPr>
        <dsp:cNvPr id="0" name=""/>
        <dsp:cNvSpPr/>
      </dsp:nvSpPr>
      <dsp:spPr>
        <a:xfrm>
          <a:off x="3496905" y="2799435"/>
          <a:ext cx="3934018" cy="888123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1450" tIns="85725" rIns="171450" bIns="85725" numCol="1" spcCol="1270" anchor="ctr" anchorCtr="0">
          <a:noAutofit/>
        </a:bodyPr>
        <a:lstStyle/>
        <a:p>
          <a:pPr marL="0" lvl="0" indent="0" algn="ctr" defTabSz="2000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500" kern="1200"/>
            <a:t>IF Bersarang</a:t>
          </a:r>
        </a:p>
      </dsp:txBody>
      <dsp:txXfrm>
        <a:off x="3540260" y="2842790"/>
        <a:ext cx="3847308" cy="80141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6C064A-D61B-4B21-B757-51A9B82445B8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305E07-67EA-4042-A3F6-853A8AD8D2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14824" y="735106"/>
            <a:ext cx="10053763" cy="2928470"/>
          </a:xfrm>
        </p:spPr>
        <p:txBody>
          <a:bodyPr anchor="b">
            <a:normAutofit/>
          </a:bodyPr>
          <a:lstStyle/>
          <a:p>
            <a:pPr algn="l"/>
            <a:r>
              <a:rPr lang="en-US" sz="4800">
                <a:solidFill>
                  <a:srgbClr val="FFFFFF"/>
                </a:solidFill>
              </a:rPr>
              <a:t>Statemen IF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50682" y="4870824"/>
            <a:ext cx="10005951" cy="1458258"/>
          </a:xfrm>
        </p:spPr>
        <p:txBody>
          <a:bodyPr anchor="ctr">
            <a:normAutofit/>
          </a:bodyPr>
          <a:lstStyle/>
          <a:p>
            <a:pPr algn="l"/>
            <a:r>
              <a:rPr lang="en-US"/>
              <a:t>Oleh:</a:t>
            </a:r>
          </a:p>
          <a:p>
            <a:pPr algn="l"/>
            <a:r>
              <a:rPr lang="en-US"/>
              <a:t>Susilo Veri Yulianto, S.Kom., M.T.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 b="1">
                <a:solidFill>
                  <a:srgbClr val="FFFFFF"/>
                </a:solidFill>
              </a:rPr>
              <a:t>Struktur Sequence atau Berurutan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r>
              <a:rPr lang="en-US" dirty="0" err="1"/>
              <a:t>Struktur</a:t>
            </a:r>
            <a:r>
              <a:rPr lang="en-US" dirty="0"/>
              <a:t> yang paling </a:t>
            </a:r>
            <a:r>
              <a:rPr lang="en-US" dirty="0" err="1"/>
              <a:t>dasar</a:t>
            </a:r>
            <a:r>
              <a:rPr lang="en-US" dirty="0"/>
              <a:t>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sebuah</a:t>
            </a:r>
            <a:r>
              <a:rPr lang="en-US" dirty="0"/>
              <a:t> </a:t>
            </a:r>
            <a:r>
              <a:rPr lang="en-US" dirty="0" err="1"/>
              <a:t>pemrograman</a:t>
            </a:r>
            <a:endParaRPr lang="en-US" dirty="0"/>
          </a:p>
          <a:p>
            <a:r>
              <a:rPr lang="en-US" dirty="0"/>
              <a:t>Kode program </a:t>
            </a:r>
            <a:r>
              <a:rPr lang="en-US" dirty="0" err="1"/>
              <a:t>diproses</a:t>
            </a:r>
            <a:r>
              <a:rPr lang="en-US" dirty="0"/>
              <a:t> </a:t>
            </a:r>
            <a:r>
              <a:rPr lang="en-US" dirty="0" err="1"/>
              <a:t>secara</a:t>
            </a:r>
            <a:r>
              <a:rPr lang="en-US" dirty="0"/>
              <a:t> </a:t>
            </a:r>
            <a:r>
              <a:rPr lang="en-US" dirty="0" err="1"/>
              <a:t>sequensial</a:t>
            </a:r>
            <a:r>
              <a:rPr lang="en-US" dirty="0"/>
              <a:t> </a:t>
            </a:r>
            <a:r>
              <a:rPr lang="en-US" dirty="0" err="1"/>
              <a:t>atau</a:t>
            </a:r>
            <a:r>
              <a:rPr lang="en-US" dirty="0"/>
              <a:t> </a:t>
            </a:r>
            <a:r>
              <a:rPr lang="en-US" dirty="0" err="1"/>
              <a:t>berurutan</a:t>
            </a:r>
            <a:endParaRPr lang="en-US" dirty="0"/>
          </a:p>
          <a:p>
            <a:r>
              <a:rPr lang="en-US" dirty="0" err="1"/>
              <a:t>Contoh</a:t>
            </a:r>
            <a:r>
              <a:rPr lang="en-US" dirty="0"/>
              <a:t> :</a:t>
            </a:r>
          </a:p>
          <a:p>
            <a:pPr marL="0">
              <a:buClrTx/>
              <a:buSzTx/>
              <a:buNone/>
            </a:pPr>
            <a:r>
              <a:rPr lang="en-US" dirty="0" err="1">
                <a:latin typeface="Courier New" panose="02070309020205020404" charset="0"/>
                <a:cs typeface="Courier New" panose="02070309020205020404" charset="0"/>
                <a:sym typeface="+mn-ea"/>
              </a:rPr>
              <a:t>panjang</a:t>
            </a:r>
            <a:r>
              <a:rPr lang="en-US" dirty="0">
                <a:latin typeface="Courier New" panose="02070309020205020404" charset="0"/>
                <a:cs typeface="Courier New" panose="02070309020205020404" charset="0"/>
                <a:sym typeface="+mn-ea"/>
              </a:rPr>
              <a:t> = input(“Masukkan </a:t>
            </a:r>
            <a:r>
              <a:rPr lang="en-US" dirty="0" err="1">
                <a:latin typeface="Courier New" panose="02070309020205020404" charset="0"/>
                <a:cs typeface="Courier New" panose="02070309020205020404" charset="0"/>
                <a:sym typeface="+mn-ea"/>
              </a:rPr>
              <a:t>panjang</a:t>
            </a:r>
            <a:r>
              <a:rPr lang="en-US" dirty="0">
                <a:latin typeface="Courier New" panose="02070309020205020404" charset="0"/>
                <a:cs typeface="Courier New" panose="02070309020205020404" charset="0"/>
                <a:sym typeface="+mn-ea"/>
              </a:rPr>
              <a:t> : “)</a:t>
            </a:r>
          </a:p>
          <a:p>
            <a:pPr marL="0">
              <a:buClrTx/>
              <a:buSzTx/>
              <a:buNone/>
            </a:pPr>
            <a:r>
              <a:rPr lang="en-US" dirty="0" err="1">
                <a:latin typeface="Courier New" panose="02070309020205020404" charset="0"/>
                <a:cs typeface="Courier New" panose="02070309020205020404" charset="0"/>
              </a:rPr>
              <a:t>lebar</a:t>
            </a:r>
            <a:r>
              <a:rPr lang="en-US" dirty="0">
                <a:latin typeface="Courier New" panose="02070309020205020404" charset="0"/>
                <a:cs typeface="Courier New" panose="02070309020205020404" charset="0"/>
              </a:rPr>
              <a:t> = input(“Masukkan </a:t>
            </a:r>
            <a:r>
              <a:rPr lang="en-US" dirty="0" err="1">
                <a:latin typeface="Courier New" panose="02070309020205020404" charset="0"/>
                <a:cs typeface="Courier New" panose="02070309020205020404" charset="0"/>
              </a:rPr>
              <a:t>lebar</a:t>
            </a:r>
            <a:r>
              <a:rPr lang="en-US" dirty="0">
                <a:latin typeface="Courier New" panose="02070309020205020404" charset="0"/>
                <a:cs typeface="Courier New" panose="02070309020205020404" charset="0"/>
              </a:rPr>
              <a:t> : “)</a:t>
            </a:r>
          </a:p>
          <a:p>
            <a:pPr marL="0">
              <a:buClrTx/>
              <a:buSzTx/>
              <a:buNone/>
            </a:pPr>
            <a:r>
              <a:rPr lang="en-US" dirty="0" err="1">
                <a:latin typeface="Courier New" panose="02070309020205020404" charset="0"/>
                <a:cs typeface="Courier New" panose="02070309020205020404" charset="0"/>
              </a:rPr>
              <a:t>luas</a:t>
            </a:r>
            <a:r>
              <a:rPr lang="en-US" dirty="0">
                <a:latin typeface="Courier New" panose="02070309020205020404" charset="0"/>
                <a:cs typeface="Courier New" panose="02070309020205020404" charset="0"/>
              </a:rPr>
              <a:t> = int(</a:t>
            </a:r>
            <a:r>
              <a:rPr lang="en-US" dirty="0" err="1">
                <a:latin typeface="Courier New" panose="02070309020205020404" charset="0"/>
                <a:cs typeface="Courier New" panose="02070309020205020404" charset="0"/>
              </a:rPr>
              <a:t>panjang</a:t>
            </a:r>
            <a:r>
              <a:rPr lang="en-US" dirty="0">
                <a:latin typeface="Courier New" panose="02070309020205020404" charset="0"/>
                <a:cs typeface="Courier New" panose="02070309020205020404" charset="0"/>
              </a:rPr>
              <a:t>) * int(</a:t>
            </a:r>
            <a:r>
              <a:rPr lang="en-US" dirty="0" err="1">
                <a:latin typeface="Courier New" panose="02070309020205020404" charset="0"/>
                <a:cs typeface="Courier New" panose="02070309020205020404" charset="0"/>
              </a:rPr>
              <a:t>lebar</a:t>
            </a:r>
            <a:r>
              <a:rPr lang="en-US" dirty="0">
                <a:latin typeface="Courier New" panose="02070309020205020404" charset="0"/>
                <a:cs typeface="Courier New" panose="02070309020205020404" charset="0"/>
              </a:rPr>
              <a:t>)</a:t>
            </a:r>
          </a:p>
          <a:p>
            <a:pPr marL="0">
              <a:buClrTx/>
              <a:buSzTx/>
              <a:buNone/>
            </a:pPr>
            <a:r>
              <a:rPr lang="en-US" dirty="0">
                <a:latin typeface="Courier New" panose="02070309020205020404" charset="0"/>
                <a:cs typeface="Courier New" panose="02070309020205020404" charset="0"/>
              </a:rPr>
              <a:t>print(“Luas </a:t>
            </a:r>
            <a:r>
              <a:rPr lang="en-US" dirty="0" err="1">
                <a:latin typeface="Courier New" panose="02070309020205020404" charset="0"/>
                <a:cs typeface="Courier New" panose="02070309020205020404" charset="0"/>
              </a:rPr>
              <a:t>persegi</a:t>
            </a:r>
            <a:r>
              <a:rPr lang="en-US" dirty="0">
                <a:latin typeface="Courier New" panose="02070309020205020404" charset="0"/>
                <a:cs typeface="Courier New" panose="02070309020205020404" charset="0"/>
              </a:rPr>
              <a:t> </a:t>
            </a:r>
            <a:r>
              <a:rPr lang="en-US" dirty="0" err="1">
                <a:latin typeface="Courier New" panose="02070309020205020404" charset="0"/>
                <a:cs typeface="Courier New" panose="02070309020205020404" charset="0"/>
              </a:rPr>
              <a:t>panjang</a:t>
            </a:r>
            <a:r>
              <a:rPr lang="en-US" dirty="0">
                <a:latin typeface="Courier New" panose="02070309020205020404" charset="0"/>
                <a:cs typeface="Courier New" panose="02070309020205020404" charset="0"/>
              </a:rPr>
              <a:t> : “, </a:t>
            </a:r>
            <a:r>
              <a:rPr lang="en-US" dirty="0" err="1">
                <a:latin typeface="Courier New" panose="02070309020205020404" charset="0"/>
                <a:cs typeface="Courier New" panose="02070309020205020404" charset="0"/>
              </a:rPr>
              <a:t>luas</a:t>
            </a:r>
            <a:r>
              <a:rPr lang="en-US" dirty="0">
                <a:latin typeface="Courier New" panose="02070309020205020404" charset="0"/>
                <a:cs typeface="Courier New" panose="02070309020205020404" charset="0"/>
              </a:rPr>
              <a:t>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79E27D9-03C7-44E2-9FF8-15D0C8506A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36397" y="502021"/>
            <a:ext cx="4959603" cy="164296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0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Struktur Kondisi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36397" y="2418408"/>
            <a:ext cx="4959603" cy="3522569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000"/>
              <a:t>Dalam pemrograman berhubungan erat dengan seleksi dari sebuah kondisi</a:t>
            </a:r>
          </a:p>
          <a:p>
            <a:r>
              <a:rPr lang="en-US" sz="2000"/>
              <a:t>Menentukan keputusan dari pilihan yang ada</a:t>
            </a: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653250" y="489118"/>
            <a:ext cx="4919406" cy="5466007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EEBF1590-3B36-48EE-A89D-3B6F3CB256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C8F6C8C-AB5A-4548-942D-E3FD40ACBC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en-US" sz="4000" b="1">
                <a:solidFill>
                  <a:srgbClr val="FFFFFF"/>
                </a:solidFill>
              </a:rPr>
              <a:t>Macam-macam Statemen If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BA98790-6B90-600A-D893-A6EAC5DB108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0935407"/>
              </p:ext>
            </p:extLst>
          </p:nvPr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 b="1">
                <a:solidFill>
                  <a:srgbClr val="FFFFFF"/>
                </a:solidFill>
              </a:rPr>
              <a:t>IF Tunggal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r>
              <a:rPr lang="en-US" dirty="0"/>
              <a:t>Format: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charset="0"/>
                <a:cs typeface="Courier New" panose="02070309020205020404" charset="0"/>
                <a:sym typeface="+mn-ea"/>
              </a:rPr>
              <a:t>if (</a:t>
            </a:r>
            <a:r>
              <a:rPr lang="en-US" dirty="0" err="1">
                <a:latin typeface="Courier New" panose="02070309020205020404" charset="0"/>
                <a:cs typeface="Courier New" panose="02070309020205020404" charset="0"/>
                <a:sym typeface="+mn-ea"/>
              </a:rPr>
              <a:t>ekspresi</a:t>
            </a:r>
            <a:r>
              <a:rPr lang="en-US" dirty="0">
                <a:latin typeface="Courier New" panose="02070309020205020404" charset="0"/>
                <a:cs typeface="Courier New" panose="02070309020205020404" charset="0"/>
                <a:sym typeface="+mn-ea"/>
              </a:rPr>
              <a:t>):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charset="0"/>
                <a:cs typeface="Courier New" panose="02070309020205020404" charset="0"/>
                <a:sym typeface="+mn-ea"/>
              </a:rPr>
              <a:t>	</a:t>
            </a:r>
            <a:r>
              <a:rPr lang="en-US" dirty="0" err="1">
                <a:latin typeface="Courier New" panose="02070309020205020404" charset="0"/>
                <a:cs typeface="Courier New" panose="02070309020205020404" charset="0"/>
                <a:sym typeface="+mn-ea"/>
              </a:rPr>
              <a:t>pernyataan</a:t>
            </a:r>
            <a:r>
              <a:rPr lang="en-US" dirty="0">
                <a:latin typeface="Courier New" panose="02070309020205020404" charset="0"/>
                <a:cs typeface="Courier New" panose="02070309020205020404" charset="0"/>
                <a:sym typeface="+mn-ea"/>
              </a:rPr>
              <a:t>/statemen</a:t>
            </a:r>
          </a:p>
          <a:p>
            <a:pPr>
              <a:buClrTx/>
              <a:buSzTx/>
            </a:pPr>
            <a:r>
              <a:rPr lang="en-US" dirty="0" err="1"/>
              <a:t>Contoh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charset="0"/>
                <a:cs typeface="Courier New" panose="02070309020205020404" charset="0"/>
                <a:sym typeface="+mn-ea"/>
              </a:rPr>
              <a:t>if (</a:t>
            </a:r>
            <a:r>
              <a:rPr lang="en-US" dirty="0" err="1">
                <a:latin typeface="Courier New" panose="02070309020205020404" charset="0"/>
                <a:cs typeface="Courier New" panose="02070309020205020404" charset="0"/>
                <a:sym typeface="+mn-ea"/>
              </a:rPr>
              <a:t>nilai</a:t>
            </a:r>
            <a:r>
              <a:rPr lang="en-US" dirty="0">
                <a:latin typeface="Courier New" panose="02070309020205020404" charset="0"/>
                <a:cs typeface="Courier New" panose="02070309020205020404" charset="0"/>
                <a:sym typeface="+mn-ea"/>
              </a:rPr>
              <a:t> &gt; 60):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charset="0"/>
                <a:cs typeface="Courier New" panose="02070309020205020404" charset="0"/>
                <a:sym typeface="+mn-ea"/>
              </a:rPr>
              <a:t>	print(“Lulus”)</a:t>
            </a:r>
          </a:p>
          <a:p>
            <a:pPr marL="0" indent="0">
              <a:buClrTx/>
              <a:buSzTx/>
              <a:buNone/>
            </a:pP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 b="1">
                <a:solidFill>
                  <a:srgbClr val="FFFFFF"/>
                </a:solidFill>
              </a:rPr>
              <a:t>IF...Else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 fontScale="92500" lnSpcReduction="20000"/>
          </a:bodyPr>
          <a:lstStyle/>
          <a:p>
            <a:r>
              <a:rPr lang="en-US" sz="2400" dirty="0"/>
              <a:t>Format:</a:t>
            </a:r>
          </a:p>
          <a:p>
            <a:pPr marL="0" indent="0">
              <a:buNone/>
            </a:pPr>
            <a:r>
              <a:rPr lang="en-US" sz="2400" dirty="0">
                <a:latin typeface="Courier New" panose="02070309020205020404" charset="0"/>
                <a:cs typeface="Courier New" panose="02070309020205020404" charset="0"/>
                <a:sym typeface="+mn-ea"/>
              </a:rPr>
              <a:t>if (</a:t>
            </a:r>
            <a:r>
              <a:rPr lang="en-US" sz="2400" dirty="0" err="1">
                <a:latin typeface="Courier New" panose="02070309020205020404" charset="0"/>
                <a:cs typeface="Courier New" panose="02070309020205020404" charset="0"/>
                <a:sym typeface="+mn-ea"/>
              </a:rPr>
              <a:t>ekspresi</a:t>
            </a:r>
            <a:r>
              <a:rPr lang="en-US" sz="2400" dirty="0">
                <a:latin typeface="Courier New" panose="02070309020205020404" charset="0"/>
                <a:cs typeface="Courier New" panose="02070309020205020404" charset="0"/>
                <a:sym typeface="+mn-ea"/>
              </a:rPr>
              <a:t>):</a:t>
            </a:r>
          </a:p>
          <a:p>
            <a:pPr marL="0" indent="0">
              <a:buNone/>
            </a:pPr>
            <a:r>
              <a:rPr lang="en-US" sz="2400" dirty="0">
                <a:latin typeface="Courier New" panose="02070309020205020404" charset="0"/>
                <a:cs typeface="Courier New" panose="02070309020205020404" charset="0"/>
                <a:sym typeface="+mn-ea"/>
              </a:rPr>
              <a:t>	</a:t>
            </a:r>
            <a:r>
              <a:rPr lang="en-US" sz="2400" dirty="0" err="1">
                <a:latin typeface="Courier New" panose="02070309020205020404" charset="0"/>
                <a:cs typeface="Courier New" panose="02070309020205020404" charset="0"/>
                <a:sym typeface="+mn-ea"/>
              </a:rPr>
              <a:t>pernyataan</a:t>
            </a:r>
            <a:r>
              <a:rPr lang="en-US" sz="2400" dirty="0">
                <a:latin typeface="Courier New" panose="02070309020205020404" charset="0"/>
                <a:cs typeface="Courier New" panose="02070309020205020404" charset="0"/>
                <a:sym typeface="+mn-ea"/>
              </a:rPr>
              <a:t>/statemen</a:t>
            </a:r>
          </a:p>
          <a:p>
            <a:pPr marL="0" indent="0">
              <a:buNone/>
            </a:pPr>
            <a:r>
              <a:rPr lang="en-US" sz="2400" dirty="0">
                <a:latin typeface="Courier New" panose="02070309020205020404" charset="0"/>
                <a:cs typeface="Courier New" panose="02070309020205020404" charset="0"/>
                <a:sym typeface="+mn-ea"/>
              </a:rPr>
              <a:t>else:</a:t>
            </a:r>
          </a:p>
          <a:p>
            <a:pPr marL="0" indent="0">
              <a:buNone/>
            </a:pPr>
            <a:r>
              <a:rPr lang="en-US" sz="2400" dirty="0">
                <a:latin typeface="Courier New" panose="02070309020205020404" charset="0"/>
                <a:cs typeface="Courier New" panose="02070309020205020404" charset="0"/>
                <a:sym typeface="+mn-ea"/>
              </a:rPr>
              <a:t>	</a:t>
            </a:r>
            <a:r>
              <a:rPr lang="en-US" sz="2400" dirty="0" err="1">
                <a:latin typeface="Courier New" panose="02070309020205020404" charset="0"/>
                <a:cs typeface="Courier New" panose="02070309020205020404" charset="0"/>
                <a:sym typeface="+mn-ea"/>
              </a:rPr>
              <a:t>pernyataan</a:t>
            </a:r>
            <a:r>
              <a:rPr lang="en-US" sz="2400" dirty="0">
                <a:latin typeface="Courier New" panose="02070309020205020404" charset="0"/>
                <a:cs typeface="Courier New" panose="02070309020205020404" charset="0"/>
                <a:sym typeface="+mn-ea"/>
              </a:rPr>
              <a:t>/statemen</a:t>
            </a:r>
          </a:p>
          <a:p>
            <a:pPr>
              <a:buClrTx/>
              <a:buSzTx/>
            </a:pPr>
            <a:r>
              <a:rPr lang="en-US" sz="2400" dirty="0" err="1"/>
              <a:t>Contoh</a:t>
            </a:r>
            <a:r>
              <a:rPr lang="en-US" sz="2400" dirty="0"/>
              <a:t>:</a:t>
            </a:r>
          </a:p>
          <a:p>
            <a:pPr marL="0" indent="0">
              <a:buNone/>
            </a:pPr>
            <a:r>
              <a:rPr lang="en-US" sz="2400" dirty="0">
                <a:latin typeface="Courier New" panose="02070309020205020404" charset="0"/>
                <a:cs typeface="Courier New" panose="02070309020205020404" charset="0"/>
                <a:sym typeface="+mn-ea"/>
              </a:rPr>
              <a:t>if (</a:t>
            </a:r>
            <a:r>
              <a:rPr lang="en-US" sz="2400" dirty="0" err="1">
                <a:latin typeface="Courier New" panose="02070309020205020404" charset="0"/>
                <a:cs typeface="Courier New" panose="02070309020205020404" charset="0"/>
                <a:sym typeface="+mn-ea"/>
              </a:rPr>
              <a:t>nilai</a:t>
            </a:r>
            <a:r>
              <a:rPr lang="en-US" sz="2400" dirty="0">
                <a:latin typeface="Courier New" panose="02070309020205020404" charset="0"/>
                <a:cs typeface="Courier New" panose="02070309020205020404" charset="0"/>
                <a:sym typeface="+mn-ea"/>
              </a:rPr>
              <a:t> &gt; 60):</a:t>
            </a:r>
          </a:p>
          <a:p>
            <a:pPr marL="0" indent="0">
              <a:buNone/>
            </a:pPr>
            <a:r>
              <a:rPr lang="en-US" sz="2400" dirty="0">
                <a:latin typeface="Courier New" panose="02070309020205020404" charset="0"/>
                <a:cs typeface="Courier New" panose="02070309020205020404" charset="0"/>
                <a:sym typeface="+mn-ea"/>
              </a:rPr>
              <a:t>	print(“Lulus”)</a:t>
            </a:r>
          </a:p>
          <a:p>
            <a:pPr marL="0" indent="0">
              <a:buNone/>
            </a:pPr>
            <a:r>
              <a:rPr lang="en-US" sz="2400" dirty="0">
                <a:latin typeface="Courier New" panose="02070309020205020404" charset="0"/>
                <a:cs typeface="Courier New" panose="02070309020205020404" charset="0"/>
                <a:sym typeface="+mn-ea"/>
              </a:rPr>
              <a:t>else:</a:t>
            </a:r>
          </a:p>
          <a:p>
            <a:pPr marL="0" indent="0">
              <a:buNone/>
            </a:pPr>
            <a:r>
              <a:rPr lang="en-US" sz="2400" dirty="0">
                <a:latin typeface="Courier New" panose="02070309020205020404" charset="0"/>
                <a:cs typeface="Courier New" panose="02070309020205020404" charset="0"/>
                <a:sym typeface="+mn-ea"/>
              </a:rPr>
              <a:t>	print(“Gagal”)</a:t>
            </a:r>
          </a:p>
          <a:p>
            <a:pPr marL="0" indent="0">
              <a:buClrTx/>
              <a:buSzTx/>
              <a:buNone/>
            </a:pP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 b="1">
                <a:solidFill>
                  <a:srgbClr val="FFFFFF"/>
                </a:solidFill>
              </a:rPr>
              <a:t>IF Bertingkat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 fontScale="92500" lnSpcReduction="20000"/>
          </a:bodyPr>
          <a:lstStyle/>
          <a:p>
            <a:r>
              <a:rPr lang="en-US" dirty="0"/>
              <a:t>Format: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charset="0"/>
                <a:cs typeface="Courier New" panose="02070309020205020404" charset="0"/>
                <a:sym typeface="+mn-ea"/>
              </a:rPr>
              <a:t>if (ekspresi1):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charset="0"/>
                <a:cs typeface="Courier New" panose="02070309020205020404" charset="0"/>
                <a:sym typeface="+mn-ea"/>
              </a:rPr>
              <a:t>	</a:t>
            </a:r>
            <a:r>
              <a:rPr lang="en-US" dirty="0" err="1">
                <a:latin typeface="Courier New" panose="02070309020205020404" charset="0"/>
                <a:cs typeface="Courier New" panose="02070309020205020404" charset="0"/>
                <a:sym typeface="+mn-ea"/>
              </a:rPr>
              <a:t>pernyataan</a:t>
            </a:r>
            <a:r>
              <a:rPr lang="en-US" dirty="0">
                <a:latin typeface="Courier New" panose="02070309020205020404" charset="0"/>
                <a:cs typeface="Courier New" panose="02070309020205020404" charset="0"/>
                <a:sym typeface="+mn-ea"/>
              </a:rPr>
              <a:t>/statemen 1</a:t>
            </a:r>
          </a:p>
          <a:p>
            <a:pPr marL="0" indent="0">
              <a:buNone/>
            </a:pPr>
            <a:r>
              <a:rPr lang="en-US" dirty="0" err="1">
                <a:latin typeface="Courier New" panose="02070309020205020404" charset="0"/>
                <a:cs typeface="Courier New" panose="02070309020205020404" charset="0"/>
                <a:sym typeface="+mn-ea"/>
              </a:rPr>
              <a:t>elif</a:t>
            </a:r>
            <a:r>
              <a:rPr lang="en-US" dirty="0">
                <a:latin typeface="Courier New" panose="02070309020205020404" charset="0"/>
                <a:cs typeface="Courier New" panose="02070309020205020404" charset="0"/>
                <a:sym typeface="+mn-ea"/>
              </a:rPr>
              <a:t> (ekspresi2):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charset="0"/>
                <a:cs typeface="Courier New" panose="02070309020205020404" charset="0"/>
                <a:sym typeface="+mn-ea"/>
              </a:rPr>
              <a:t>	</a:t>
            </a:r>
            <a:r>
              <a:rPr lang="en-US" dirty="0" err="1">
                <a:latin typeface="Courier New" panose="02070309020205020404" charset="0"/>
                <a:cs typeface="Courier New" panose="02070309020205020404" charset="0"/>
                <a:sym typeface="+mn-ea"/>
              </a:rPr>
              <a:t>pernyataan</a:t>
            </a:r>
            <a:r>
              <a:rPr lang="en-US" dirty="0">
                <a:latin typeface="Courier New" panose="02070309020205020404" charset="0"/>
                <a:cs typeface="Courier New" panose="02070309020205020404" charset="0"/>
                <a:sym typeface="+mn-ea"/>
              </a:rPr>
              <a:t>/statemen 2</a:t>
            </a:r>
          </a:p>
          <a:p>
            <a:pPr marL="0" indent="0">
              <a:buNone/>
            </a:pPr>
            <a:r>
              <a:rPr lang="en-US" dirty="0" err="1">
                <a:latin typeface="Courier New" panose="02070309020205020404" charset="0"/>
                <a:cs typeface="Courier New" panose="02070309020205020404" charset="0"/>
                <a:sym typeface="+mn-ea"/>
              </a:rPr>
              <a:t>elif</a:t>
            </a:r>
            <a:r>
              <a:rPr lang="en-US" dirty="0">
                <a:latin typeface="Courier New" panose="02070309020205020404" charset="0"/>
                <a:cs typeface="Courier New" panose="02070309020205020404" charset="0"/>
                <a:sym typeface="+mn-ea"/>
              </a:rPr>
              <a:t> (</a:t>
            </a:r>
            <a:r>
              <a:rPr lang="en-US" dirty="0" err="1">
                <a:latin typeface="Courier New" panose="02070309020205020404" charset="0"/>
                <a:cs typeface="Courier New" panose="02070309020205020404" charset="0"/>
                <a:sym typeface="+mn-ea"/>
              </a:rPr>
              <a:t>ekspresi</a:t>
            </a:r>
            <a:r>
              <a:rPr lang="en-US" dirty="0">
                <a:latin typeface="Courier New" panose="02070309020205020404" charset="0"/>
                <a:cs typeface="Courier New" panose="02070309020205020404" charset="0"/>
                <a:sym typeface="+mn-ea"/>
              </a:rPr>
              <a:t> n):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charset="0"/>
                <a:cs typeface="Courier New" panose="02070309020205020404" charset="0"/>
                <a:sym typeface="+mn-ea"/>
              </a:rPr>
              <a:t>	</a:t>
            </a:r>
            <a:r>
              <a:rPr lang="en-US" dirty="0" err="1">
                <a:latin typeface="Courier New" panose="02070309020205020404" charset="0"/>
                <a:cs typeface="Courier New" panose="02070309020205020404" charset="0"/>
                <a:sym typeface="+mn-ea"/>
              </a:rPr>
              <a:t>pernyataan</a:t>
            </a:r>
            <a:r>
              <a:rPr lang="en-US" dirty="0">
                <a:latin typeface="Courier New" panose="02070309020205020404" charset="0"/>
                <a:cs typeface="Courier New" panose="02070309020205020404" charset="0"/>
                <a:sym typeface="+mn-ea"/>
              </a:rPr>
              <a:t>/statemen n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charset="0"/>
                <a:cs typeface="Courier New" panose="02070309020205020404" charset="0"/>
                <a:sym typeface="+mn-ea"/>
              </a:rPr>
              <a:t>else: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charset="0"/>
                <a:cs typeface="Courier New" panose="02070309020205020404" charset="0"/>
                <a:sym typeface="+mn-ea"/>
              </a:rPr>
              <a:t>	</a:t>
            </a:r>
            <a:r>
              <a:rPr lang="en-US" dirty="0" err="1">
                <a:latin typeface="Courier New" panose="02070309020205020404" charset="0"/>
                <a:cs typeface="Courier New" panose="02070309020205020404" charset="0"/>
                <a:sym typeface="+mn-ea"/>
              </a:rPr>
              <a:t>pernyataan</a:t>
            </a:r>
            <a:r>
              <a:rPr lang="en-US" dirty="0">
                <a:latin typeface="Courier New" panose="02070309020205020404" charset="0"/>
                <a:cs typeface="Courier New" panose="02070309020205020404" charset="0"/>
                <a:sym typeface="+mn-ea"/>
              </a:rPr>
              <a:t>/statemen else</a:t>
            </a:r>
          </a:p>
          <a:p>
            <a:pPr marL="0" indent="0">
              <a:buClrTx/>
              <a:buSzTx/>
              <a:buNone/>
            </a:pP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 b="1">
                <a:solidFill>
                  <a:srgbClr val="FFFFFF"/>
                </a:solidFill>
              </a:rPr>
              <a:t>IF Bertingkat (lanjut...)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r>
              <a:rPr lang="en-US" dirty="0" err="1"/>
              <a:t>Contoh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charset="0"/>
                <a:cs typeface="Courier New" panose="02070309020205020404" charset="0"/>
                <a:sym typeface="+mn-ea"/>
              </a:rPr>
              <a:t>if (</a:t>
            </a:r>
            <a:r>
              <a:rPr lang="en-US" dirty="0" err="1">
                <a:latin typeface="Courier New" panose="02070309020205020404" charset="0"/>
                <a:cs typeface="Courier New" panose="02070309020205020404" charset="0"/>
                <a:sym typeface="+mn-ea"/>
              </a:rPr>
              <a:t>nilai</a:t>
            </a:r>
            <a:r>
              <a:rPr lang="en-US" dirty="0">
                <a:latin typeface="Courier New" panose="02070309020205020404" charset="0"/>
                <a:cs typeface="Courier New" panose="02070309020205020404" charset="0"/>
                <a:sym typeface="+mn-ea"/>
              </a:rPr>
              <a:t> &gt; 60):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charset="0"/>
                <a:cs typeface="Courier New" panose="02070309020205020404" charset="0"/>
                <a:sym typeface="+mn-ea"/>
              </a:rPr>
              <a:t>	print(“Lulus”)</a:t>
            </a:r>
          </a:p>
          <a:p>
            <a:pPr marL="0" indent="0">
              <a:buNone/>
            </a:pPr>
            <a:r>
              <a:rPr lang="en-US" dirty="0" err="1">
                <a:latin typeface="Courier New" panose="02070309020205020404" charset="0"/>
                <a:cs typeface="Courier New" panose="02070309020205020404" charset="0"/>
                <a:sym typeface="+mn-ea"/>
              </a:rPr>
              <a:t>elif</a:t>
            </a:r>
            <a:r>
              <a:rPr lang="en-US" dirty="0">
                <a:latin typeface="Courier New" panose="02070309020205020404" charset="0"/>
                <a:cs typeface="Courier New" panose="02070309020205020404" charset="0"/>
                <a:sym typeface="+mn-ea"/>
              </a:rPr>
              <a:t> (</a:t>
            </a:r>
            <a:r>
              <a:rPr lang="en-US" dirty="0" err="1">
                <a:latin typeface="Courier New" panose="02070309020205020404" charset="0"/>
                <a:cs typeface="Courier New" panose="02070309020205020404" charset="0"/>
                <a:sym typeface="+mn-ea"/>
              </a:rPr>
              <a:t>nilai</a:t>
            </a:r>
            <a:r>
              <a:rPr lang="en-US" dirty="0">
                <a:latin typeface="Courier New" panose="02070309020205020404" charset="0"/>
                <a:cs typeface="Courier New" panose="02070309020205020404" charset="0"/>
                <a:sym typeface="+mn-ea"/>
              </a:rPr>
              <a:t> &gt; 40):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charset="0"/>
                <a:cs typeface="Courier New" panose="02070309020205020404" charset="0"/>
                <a:sym typeface="+mn-ea"/>
              </a:rPr>
              <a:t>	print(“</a:t>
            </a:r>
            <a:r>
              <a:rPr lang="en-US" dirty="0" err="1">
                <a:latin typeface="Courier New" panose="02070309020205020404" charset="0"/>
                <a:cs typeface="Courier New" panose="02070309020205020404" charset="0"/>
                <a:sym typeface="+mn-ea"/>
              </a:rPr>
              <a:t>Remidi</a:t>
            </a:r>
            <a:r>
              <a:rPr lang="en-US" dirty="0">
                <a:latin typeface="Courier New" panose="02070309020205020404" charset="0"/>
                <a:cs typeface="Courier New" panose="02070309020205020404" charset="0"/>
                <a:sym typeface="+mn-ea"/>
              </a:rPr>
              <a:t>”)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charset="0"/>
                <a:cs typeface="Courier New" panose="02070309020205020404" charset="0"/>
                <a:sym typeface="+mn-ea"/>
              </a:rPr>
              <a:t>else: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charset="0"/>
                <a:cs typeface="Courier New" panose="02070309020205020404" charset="0"/>
                <a:sym typeface="+mn-ea"/>
              </a:rPr>
              <a:t>	print(“Gagal”)</a:t>
            </a:r>
          </a:p>
          <a:p>
            <a:pPr marL="0" indent="0">
              <a:buClrTx/>
              <a:buSzTx/>
              <a:buNone/>
            </a:pPr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 b="1">
                <a:solidFill>
                  <a:srgbClr val="FFFFFF"/>
                </a:solidFill>
              </a:rPr>
              <a:t>IF Bersarang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r>
              <a:rPr lang="en-US" dirty="0"/>
              <a:t>Format: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charset="0"/>
                <a:cs typeface="Courier New" panose="02070309020205020404" charset="0"/>
                <a:sym typeface="+mn-ea"/>
              </a:rPr>
              <a:t>if (</a:t>
            </a:r>
            <a:r>
              <a:rPr lang="en-US" dirty="0" err="1">
                <a:latin typeface="Courier New" panose="02070309020205020404" charset="0"/>
                <a:cs typeface="Courier New" panose="02070309020205020404" charset="0"/>
                <a:sym typeface="+mn-ea"/>
              </a:rPr>
              <a:t>ekspresi</a:t>
            </a:r>
            <a:r>
              <a:rPr lang="en-US" dirty="0">
                <a:latin typeface="Courier New" panose="02070309020205020404" charset="0"/>
                <a:cs typeface="Courier New" panose="02070309020205020404" charset="0"/>
                <a:sym typeface="+mn-ea"/>
              </a:rPr>
              <a:t>):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charset="0"/>
                <a:cs typeface="Courier New" panose="02070309020205020404" charset="0"/>
                <a:sym typeface="+mn-ea"/>
              </a:rPr>
              <a:t>	if (</a:t>
            </a:r>
            <a:r>
              <a:rPr lang="en-US" dirty="0" err="1">
                <a:latin typeface="Courier New" panose="02070309020205020404" charset="0"/>
                <a:cs typeface="Courier New" panose="02070309020205020404" charset="0"/>
                <a:sym typeface="+mn-ea"/>
              </a:rPr>
              <a:t>ekspresi</a:t>
            </a:r>
            <a:r>
              <a:rPr lang="en-US" dirty="0">
                <a:latin typeface="Courier New" panose="02070309020205020404" charset="0"/>
                <a:cs typeface="Courier New" panose="02070309020205020404" charset="0"/>
                <a:sym typeface="+mn-ea"/>
              </a:rPr>
              <a:t>):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charset="0"/>
                <a:cs typeface="Courier New" panose="02070309020205020404" charset="0"/>
                <a:sym typeface="+mn-ea"/>
              </a:rPr>
              <a:t>		</a:t>
            </a:r>
            <a:r>
              <a:rPr lang="en-US" dirty="0" err="1">
                <a:latin typeface="Courier New" panose="02070309020205020404" charset="0"/>
                <a:cs typeface="Courier New" panose="02070309020205020404" charset="0"/>
                <a:sym typeface="+mn-ea"/>
              </a:rPr>
              <a:t>pernyataan</a:t>
            </a:r>
            <a:r>
              <a:rPr lang="en-US" dirty="0">
                <a:latin typeface="Courier New" panose="02070309020205020404" charset="0"/>
                <a:cs typeface="Courier New" panose="02070309020205020404" charset="0"/>
                <a:sym typeface="+mn-ea"/>
              </a:rPr>
              <a:t>/statemen</a:t>
            </a:r>
          </a:p>
          <a:p>
            <a:pPr marL="0" indent="0">
              <a:buClrTx/>
              <a:buSzTx/>
              <a:buNone/>
            </a:pPr>
            <a:endParaRPr lang="en-US"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 b="1">
                <a:solidFill>
                  <a:srgbClr val="FFFFFF"/>
                </a:solidFill>
              </a:rPr>
              <a:t>IF Bersarang (lanjut...)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599" y="2318196"/>
            <a:ext cx="9724031" cy="4245265"/>
          </a:xfrm>
        </p:spPr>
        <p:txBody>
          <a:bodyPr anchor="ctr">
            <a:normAutofit fontScale="92500" lnSpcReduction="20000"/>
          </a:bodyPr>
          <a:lstStyle/>
          <a:p>
            <a:r>
              <a:rPr lang="en-US" dirty="0" err="1"/>
              <a:t>Contoh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charset="0"/>
                <a:cs typeface="Courier New" panose="02070309020205020404" charset="0"/>
                <a:sym typeface="+mn-ea"/>
              </a:rPr>
              <a:t>if (</a:t>
            </a:r>
            <a:r>
              <a:rPr lang="en-US" dirty="0" err="1">
                <a:latin typeface="Courier New" panose="02070309020205020404" charset="0"/>
                <a:cs typeface="Courier New" panose="02070309020205020404" charset="0"/>
                <a:sym typeface="+mn-ea"/>
              </a:rPr>
              <a:t>nilai</a:t>
            </a:r>
            <a:r>
              <a:rPr lang="en-US" dirty="0">
                <a:latin typeface="Courier New" panose="02070309020205020404" charset="0"/>
                <a:cs typeface="Courier New" panose="02070309020205020404" charset="0"/>
                <a:sym typeface="+mn-ea"/>
              </a:rPr>
              <a:t> &gt; 60):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charset="0"/>
                <a:cs typeface="Courier New" panose="02070309020205020404" charset="0"/>
                <a:sym typeface="+mn-ea"/>
              </a:rPr>
              <a:t>	print(“Lulus”)</a:t>
            </a:r>
          </a:p>
          <a:p>
            <a:pPr marL="0" indent="0">
              <a:buNone/>
            </a:pPr>
            <a:r>
              <a:rPr lang="en-US" dirty="0" err="1">
                <a:latin typeface="Courier New" panose="02070309020205020404" charset="0"/>
                <a:cs typeface="Courier New" panose="02070309020205020404" charset="0"/>
                <a:sym typeface="+mn-ea"/>
              </a:rPr>
              <a:t>elif</a:t>
            </a:r>
            <a:r>
              <a:rPr lang="en-US" dirty="0">
                <a:latin typeface="Courier New" panose="02070309020205020404" charset="0"/>
                <a:cs typeface="Courier New" panose="02070309020205020404" charset="0"/>
                <a:sym typeface="+mn-ea"/>
              </a:rPr>
              <a:t> (</a:t>
            </a:r>
            <a:r>
              <a:rPr lang="en-US" dirty="0" err="1">
                <a:latin typeface="Courier New" panose="02070309020205020404" charset="0"/>
                <a:cs typeface="Courier New" panose="02070309020205020404" charset="0"/>
                <a:sym typeface="+mn-ea"/>
              </a:rPr>
              <a:t>nilai</a:t>
            </a:r>
            <a:r>
              <a:rPr lang="en-US" dirty="0">
                <a:latin typeface="Courier New" panose="02070309020205020404" charset="0"/>
                <a:cs typeface="Courier New" panose="02070309020205020404" charset="0"/>
                <a:sym typeface="+mn-ea"/>
              </a:rPr>
              <a:t> &gt; 40):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charset="0"/>
                <a:cs typeface="Courier New" panose="02070309020205020404" charset="0"/>
                <a:sym typeface="+mn-ea"/>
              </a:rPr>
              <a:t>	if (</a:t>
            </a:r>
            <a:r>
              <a:rPr lang="en-US" dirty="0" err="1">
                <a:latin typeface="Courier New" panose="02070309020205020404" charset="0"/>
                <a:cs typeface="Courier New" panose="02070309020205020404" charset="0"/>
                <a:sym typeface="+mn-ea"/>
              </a:rPr>
              <a:t>kelas</a:t>
            </a:r>
            <a:r>
              <a:rPr lang="en-US" dirty="0">
                <a:latin typeface="Courier New" panose="02070309020205020404" charset="0"/>
                <a:cs typeface="Courier New" panose="02070309020205020404" charset="0"/>
                <a:sym typeface="+mn-ea"/>
              </a:rPr>
              <a:t> &gt; 2):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charset="0"/>
                <a:cs typeface="Courier New" panose="02070309020205020404" charset="0"/>
                <a:sym typeface="+mn-ea"/>
              </a:rPr>
              <a:t>		print(“Gagal”)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charset="0"/>
                <a:cs typeface="Courier New" panose="02070309020205020404" charset="0"/>
                <a:sym typeface="+mn-ea"/>
              </a:rPr>
              <a:t>	else: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charset="0"/>
                <a:cs typeface="Courier New" panose="02070309020205020404" charset="0"/>
                <a:sym typeface="+mn-ea"/>
              </a:rPr>
              <a:t>		print(“</a:t>
            </a:r>
            <a:r>
              <a:rPr lang="en-US" dirty="0" err="1">
                <a:latin typeface="Courier New" panose="02070309020205020404" charset="0"/>
                <a:cs typeface="Courier New" panose="02070309020205020404" charset="0"/>
                <a:sym typeface="+mn-ea"/>
              </a:rPr>
              <a:t>Remidi</a:t>
            </a:r>
            <a:r>
              <a:rPr lang="en-US" dirty="0">
                <a:latin typeface="Courier New" panose="02070309020205020404" charset="0"/>
                <a:cs typeface="Courier New" panose="02070309020205020404" charset="0"/>
                <a:sym typeface="+mn-ea"/>
              </a:rPr>
              <a:t>”)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charset="0"/>
                <a:cs typeface="Courier New" panose="02070309020205020404" charset="0"/>
                <a:sym typeface="+mn-ea"/>
              </a:rPr>
              <a:t>else: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charset="0"/>
                <a:cs typeface="Courier New" panose="02070309020205020404" charset="0"/>
                <a:sym typeface="+mn-ea"/>
              </a:rPr>
              <a:t>	print(“Gagal”)</a:t>
            </a:r>
          </a:p>
          <a:p>
            <a:pPr marL="0" indent="0">
              <a:buClrTx/>
              <a:buSzTx/>
              <a:buNone/>
            </a:pPr>
            <a:endParaRPr lang="en-US" sz="1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1314824" y="735106"/>
            <a:ext cx="10053763" cy="2928470"/>
          </a:xfrm>
        </p:spPr>
        <p:txBody>
          <a:bodyPr anchor="b">
            <a:normAutofit/>
          </a:bodyPr>
          <a:lstStyle/>
          <a:p>
            <a:pPr algn="l"/>
            <a:r>
              <a:rPr lang="en-US" sz="4800">
                <a:solidFill>
                  <a:srgbClr val="FFFFFF"/>
                </a:solidFill>
              </a:rPr>
              <a:t>Terima Kasih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313</Words>
  <Application>Microsoft Office PowerPoint</Application>
  <PresentationFormat>Widescreen</PresentationFormat>
  <Paragraphs>72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Calibri Light</vt:lpstr>
      <vt:lpstr>Courier New</vt:lpstr>
      <vt:lpstr>Office Theme</vt:lpstr>
      <vt:lpstr>Statemen IF</vt:lpstr>
      <vt:lpstr>Struktur Sequence atau Berurutan</vt:lpstr>
      <vt:lpstr>Struktur Kondisi</vt:lpstr>
      <vt:lpstr>Macam-macam Statemen If</vt:lpstr>
      <vt:lpstr>IF Tunggal</vt:lpstr>
      <vt:lpstr>IF...Else</vt:lpstr>
      <vt:lpstr>IF Bertingkat</vt:lpstr>
      <vt:lpstr>IF Bertingkat (lanjut...)</vt:lpstr>
      <vt:lpstr>IF Bersarang</vt:lpstr>
      <vt:lpstr>IF Bersarang (lanjut...)</vt:lpstr>
      <vt:lpstr>Terima Kasih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Flowchart dan Pseudo Code</dc:title>
  <dc:creator/>
  <cp:lastModifiedBy>ghali marzani</cp:lastModifiedBy>
  <cp:revision>29</cp:revision>
  <dcterms:created xsi:type="dcterms:W3CDTF">2022-09-14T00:04:00Z</dcterms:created>
  <dcterms:modified xsi:type="dcterms:W3CDTF">2025-10-06T02:09:11Z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C169781512ED439DAEEAC99C4E4345F3</vt:lpwstr>
  </property>
  <property fmtid="{D5CDD505-2E9C-101B-9397-08002B2CF9AE}" pid="3" name="KSOProductBuildVer">
    <vt:lpwstr>1033-11.2.0.11210</vt:lpwstr>
  </property>
</Properties>
</file>