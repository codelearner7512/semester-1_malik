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3" r:id="rId5"/>
    <p:sldId id="264" r:id="rId6"/>
    <p:sldId id="272" r:id="rId7"/>
    <p:sldId id="262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F15405-F229-4839-B680-30349969022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900FBF1-0E3D-42AD-B3C3-996A5F32779B}">
      <dgm:prSet/>
      <dgm:spPr/>
      <dgm:t>
        <a:bodyPr/>
        <a:lstStyle/>
        <a:p>
          <a:r>
            <a:rPr lang="en-US"/>
            <a:t>Direlease tahun 1991 oleh Guido van Rossum (Belanda)</a:t>
          </a:r>
        </a:p>
      </dgm:t>
    </dgm:pt>
    <dgm:pt modelId="{0F223A18-12C0-4602-9F46-348FA272BDEB}" type="parTrans" cxnId="{28D37D7B-B01C-4CE9-B5EC-D876F8CA7187}">
      <dgm:prSet/>
      <dgm:spPr/>
      <dgm:t>
        <a:bodyPr/>
        <a:lstStyle/>
        <a:p>
          <a:endParaRPr lang="en-US"/>
        </a:p>
      </dgm:t>
    </dgm:pt>
    <dgm:pt modelId="{23EEF730-9C7C-4261-8272-A3BD4F2BB2AE}" type="sibTrans" cxnId="{28D37D7B-B01C-4CE9-B5EC-D876F8CA7187}">
      <dgm:prSet/>
      <dgm:spPr/>
      <dgm:t>
        <a:bodyPr/>
        <a:lstStyle/>
        <a:p>
          <a:endParaRPr lang="en-US"/>
        </a:p>
      </dgm:t>
    </dgm:pt>
    <dgm:pt modelId="{709CD943-DDD6-4D87-BAE7-0D64CA334522}">
      <dgm:prSet/>
      <dgm:spPr/>
      <dgm:t>
        <a:bodyPr/>
        <a:lstStyle/>
        <a:p>
          <a:r>
            <a:rPr lang="en-US"/>
            <a:t>Bersifat open source</a:t>
          </a:r>
        </a:p>
      </dgm:t>
    </dgm:pt>
    <dgm:pt modelId="{BF0375CF-1E0A-4FDF-AB2F-EBD4DF866DDA}" type="parTrans" cxnId="{2175D2CD-6090-4E1A-B0DA-385AC73E88CD}">
      <dgm:prSet/>
      <dgm:spPr/>
      <dgm:t>
        <a:bodyPr/>
        <a:lstStyle/>
        <a:p>
          <a:endParaRPr lang="en-US"/>
        </a:p>
      </dgm:t>
    </dgm:pt>
    <dgm:pt modelId="{7634E316-5EB9-4EC8-BD5C-95A2B656D976}" type="sibTrans" cxnId="{2175D2CD-6090-4E1A-B0DA-385AC73E88CD}">
      <dgm:prSet/>
      <dgm:spPr/>
      <dgm:t>
        <a:bodyPr/>
        <a:lstStyle/>
        <a:p>
          <a:endParaRPr lang="en-US"/>
        </a:p>
      </dgm:t>
    </dgm:pt>
    <dgm:pt modelId="{A1F1D103-AC81-4307-BE13-E26A12622162}">
      <dgm:prSet/>
      <dgm:spPr/>
      <dgm:t>
        <a:bodyPr/>
        <a:lstStyle/>
        <a:p>
          <a:r>
            <a:rPr lang="en-US"/>
            <a:t>Bahasa pemrograman interpreter</a:t>
          </a:r>
        </a:p>
      </dgm:t>
    </dgm:pt>
    <dgm:pt modelId="{FB837689-1705-49A4-B0D6-429D2AA672BC}" type="parTrans" cxnId="{C5F92292-9770-43D2-B79E-61956AFFA81F}">
      <dgm:prSet/>
      <dgm:spPr/>
      <dgm:t>
        <a:bodyPr/>
        <a:lstStyle/>
        <a:p>
          <a:endParaRPr lang="en-US"/>
        </a:p>
      </dgm:t>
    </dgm:pt>
    <dgm:pt modelId="{CB8D8CF1-9202-4137-8B3D-7EB6AA26BD65}" type="sibTrans" cxnId="{C5F92292-9770-43D2-B79E-61956AFFA81F}">
      <dgm:prSet/>
      <dgm:spPr/>
      <dgm:t>
        <a:bodyPr/>
        <a:lstStyle/>
        <a:p>
          <a:endParaRPr lang="en-US"/>
        </a:p>
      </dgm:t>
    </dgm:pt>
    <dgm:pt modelId="{DDD58BFF-2A55-489F-BD6A-7BD7A2E18266}">
      <dgm:prSet/>
      <dgm:spPr/>
      <dgm:t>
        <a:bodyPr/>
        <a:lstStyle/>
        <a:p>
          <a:r>
            <a:rPr lang="en-US"/>
            <a:t>Diimplementasikan di banyak hal (website, IoT, dan sebagainya)</a:t>
          </a:r>
        </a:p>
      </dgm:t>
    </dgm:pt>
    <dgm:pt modelId="{8B49E77C-AC10-4723-8BC4-54931924B0F2}" type="parTrans" cxnId="{952903CA-AF35-4CE8-8D6D-3B770D781823}">
      <dgm:prSet/>
      <dgm:spPr/>
      <dgm:t>
        <a:bodyPr/>
        <a:lstStyle/>
        <a:p>
          <a:endParaRPr lang="en-US"/>
        </a:p>
      </dgm:t>
    </dgm:pt>
    <dgm:pt modelId="{7902072E-0392-4CBD-B0C4-7C6CEF4D3AEB}" type="sibTrans" cxnId="{952903CA-AF35-4CE8-8D6D-3B770D781823}">
      <dgm:prSet/>
      <dgm:spPr/>
      <dgm:t>
        <a:bodyPr/>
        <a:lstStyle/>
        <a:p>
          <a:endParaRPr lang="en-US"/>
        </a:p>
      </dgm:t>
    </dgm:pt>
    <dgm:pt modelId="{0757C7DB-C4A7-42F0-A969-483460FE2553}">
      <dgm:prSet/>
      <dgm:spPr/>
      <dgm:t>
        <a:bodyPr/>
        <a:lstStyle/>
        <a:p>
          <a:r>
            <a:rPr lang="en-US"/>
            <a:t>Saat ini Python sudah release versi 3</a:t>
          </a:r>
        </a:p>
      </dgm:t>
    </dgm:pt>
    <dgm:pt modelId="{524D81E3-BBB9-4BB8-9CD3-3DE5F3C63183}" type="parTrans" cxnId="{77238BC6-D77C-48EF-8314-E7859850AA67}">
      <dgm:prSet/>
      <dgm:spPr/>
      <dgm:t>
        <a:bodyPr/>
        <a:lstStyle/>
        <a:p>
          <a:endParaRPr lang="en-US"/>
        </a:p>
      </dgm:t>
    </dgm:pt>
    <dgm:pt modelId="{A29CFC23-030C-45FF-98EB-F162131C9235}" type="sibTrans" cxnId="{77238BC6-D77C-48EF-8314-E7859850AA67}">
      <dgm:prSet/>
      <dgm:spPr/>
      <dgm:t>
        <a:bodyPr/>
        <a:lstStyle/>
        <a:p>
          <a:endParaRPr lang="en-US"/>
        </a:p>
      </dgm:t>
    </dgm:pt>
    <dgm:pt modelId="{AB7CD5E9-0CC9-494F-90CE-4E204D7B6CE8}" type="pres">
      <dgm:prSet presAssocID="{8CF15405-F229-4839-B680-30349969022D}" presName="linear" presStyleCnt="0">
        <dgm:presLayoutVars>
          <dgm:animLvl val="lvl"/>
          <dgm:resizeHandles val="exact"/>
        </dgm:presLayoutVars>
      </dgm:prSet>
      <dgm:spPr/>
    </dgm:pt>
    <dgm:pt modelId="{C51B1C0B-257E-4A70-A4DA-9BBB1C750A18}" type="pres">
      <dgm:prSet presAssocID="{1900FBF1-0E3D-42AD-B3C3-996A5F32779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BFCFA8F-180C-4348-9FB9-CCB5CA9D2335}" type="pres">
      <dgm:prSet presAssocID="{23EEF730-9C7C-4261-8272-A3BD4F2BB2AE}" presName="spacer" presStyleCnt="0"/>
      <dgm:spPr/>
    </dgm:pt>
    <dgm:pt modelId="{D068E72D-B68E-4F34-813A-560DC2EC1216}" type="pres">
      <dgm:prSet presAssocID="{709CD943-DDD6-4D87-BAE7-0D64CA33452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E695332-054B-44EE-91DD-DD55C430B94C}" type="pres">
      <dgm:prSet presAssocID="{7634E316-5EB9-4EC8-BD5C-95A2B656D976}" presName="spacer" presStyleCnt="0"/>
      <dgm:spPr/>
    </dgm:pt>
    <dgm:pt modelId="{5373AD3C-2DD9-4062-888B-04BBB9C7DE38}" type="pres">
      <dgm:prSet presAssocID="{A1F1D103-AC81-4307-BE13-E26A1262216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016C60E-B1F4-4539-B1DF-81A64C1B979E}" type="pres">
      <dgm:prSet presAssocID="{CB8D8CF1-9202-4137-8B3D-7EB6AA26BD65}" presName="spacer" presStyleCnt="0"/>
      <dgm:spPr/>
    </dgm:pt>
    <dgm:pt modelId="{2CBE4916-7561-4767-9884-26D2CF1C9690}" type="pres">
      <dgm:prSet presAssocID="{DDD58BFF-2A55-489F-BD6A-7BD7A2E182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06C6EF3-97F2-44F5-AF3E-EA510027B682}" type="pres">
      <dgm:prSet presAssocID="{7902072E-0392-4CBD-B0C4-7C6CEF4D3AEB}" presName="spacer" presStyleCnt="0"/>
      <dgm:spPr/>
    </dgm:pt>
    <dgm:pt modelId="{CA678D7C-24E4-4465-82F8-563B89F2A4F0}" type="pres">
      <dgm:prSet presAssocID="{0757C7DB-C4A7-42F0-A969-483460FE255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610BF22-8B74-4B1D-96F1-205ED53171C8}" type="presOf" srcId="{DDD58BFF-2A55-489F-BD6A-7BD7A2E18266}" destId="{2CBE4916-7561-4767-9884-26D2CF1C9690}" srcOrd="0" destOrd="0" presId="urn:microsoft.com/office/officeart/2005/8/layout/vList2"/>
    <dgm:cxn modelId="{94DD9F5C-E32D-475E-8ACA-92092A68B418}" type="presOf" srcId="{8CF15405-F229-4839-B680-30349969022D}" destId="{AB7CD5E9-0CC9-494F-90CE-4E204D7B6CE8}" srcOrd="0" destOrd="0" presId="urn:microsoft.com/office/officeart/2005/8/layout/vList2"/>
    <dgm:cxn modelId="{E8C95450-CA41-4322-AFA2-82BE18250ADB}" type="presOf" srcId="{709CD943-DDD6-4D87-BAE7-0D64CA334522}" destId="{D068E72D-B68E-4F34-813A-560DC2EC1216}" srcOrd="0" destOrd="0" presId="urn:microsoft.com/office/officeart/2005/8/layout/vList2"/>
    <dgm:cxn modelId="{90A4B85A-5D10-4D98-AD11-801EE3CB417F}" type="presOf" srcId="{0757C7DB-C4A7-42F0-A969-483460FE2553}" destId="{CA678D7C-24E4-4465-82F8-563B89F2A4F0}" srcOrd="0" destOrd="0" presId="urn:microsoft.com/office/officeart/2005/8/layout/vList2"/>
    <dgm:cxn modelId="{28D37D7B-B01C-4CE9-B5EC-D876F8CA7187}" srcId="{8CF15405-F229-4839-B680-30349969022D}" destId="{1900FBF1-0E3D-42AD-B3C3-996A5F32779B}" srcOrd="0" destOrd="0" parTransId="{0F223A18-12C0-4602-9F46-348FA272BDEB}" sibTransId="{23EEF730-9C7C-4261-8272-A3BD4F2BB2AE}"/>
    <dgm:cxn modelId="{C5F92292-9770-43D2-B79E-61956AFFA81F}" srcId="{8CF15405-F229-4839-B680-30349969022D}" destId="{A1F1D103-AC81-4307-BE13-E26A12622162}" srcOrd="2" destOrd="0" parTransId="{FB837689-1705-49A4-B0D6-429D2AA672BC}" sibTransId="{CB8D8CF1-9202-4137-8B3D-7EB6AA26BD65}"/>
    <dgm:cxn modelId="{1B9A2CA6-FCEE-4067-998C-3D588CFFED3A}" type="presOf" srcId="{A1F1D103-AC81-4307-BE13-E26A12622162}" destId="{5373AD3C-2DD9-4062-888B-04BBB9C7DE38}" srcOrd="0" destOrd="0" presId="urn:microsoft.com/office/officeart/2005/8/layout/vList2"/>
    <dgm:cxn modelId="{77238BC6-D77C-48EF-8314-E7859850AA67}" srcId="{8CF15405-F229-4839-B680-30349969022D}" destId="{0757C7DB-C4A7-42F0-A969-483460FE2553}" srcOrd="4" destOrd="0" parTransId="{524D81E3-BBB9-4BB8-9CD3-3DE5F3C63183}" sibTransId="{A29CFC23-030C-45FF-98EB-F162131C9235}"/>
    <dgm:cxn modelId="{952903CA-AF35-4CE8-8D6D-3B770D781823}" srcId="{8CF15405-F229-4839-B680-30349969022D}" destId="{DDD58BFF-2A55-489F-BD6A-7BD7A2E18266}" srcOrd="3" destOrd="0" parTransId="{8B49E77C-AC10-4723-8BC4-54931924B0F2}" sibTransId="{7902072E-0392-4CBD-B0C4-7C6CEF4D3AEB}"/>
    <dgm:cxn modelId="{2175D2CD-6090-4E1A-B0DA-385AC73E88CD}" srcId="{8CF15405-F229-4839-B680-30349969022D}" destId="{709CD943-DDD6-4D87-BAE7-0D64CA334522}" srcOrd="1" destOrd="0" parTransId="{BF0375CF-1E0A-4FDF-AB2F-EBD4DF866DDA}" sibTransId="{7634E316-5EB9-4EC8-BD5C-95A2B656D976}"/>
    <dgm:cxn modelId="{D3ABF6F1-FC48-43A6-995F-D3EB97A821B7}" type="presOf" srcId="{1900FBF1-0E3D-42AD-B3C3-996A5F32779B}" destId="{C51B1C0B-257E-4A70-A4DA-9BBB1C750A18}" srcOrd="0" destOrd="0" presId="urn:microsoft.com/office/officeart/2005/8/layout/vList2"/>
    <dgm:cxn modelId="{E9159E57-79C4-4B39-BB9B-541B288FA66C}" type="presParOf" srcId="{AB7CD5E9-0CC9-494F-90CE-4E204D7B6CE8}" destId="{C51B1C0B-257E-4A70-A4DA-9BBB1C750A18}" srcOrd="0" destOrd="0" presId="urn:microsoft.com/office/officeart/2005/8/layout/vList2"/>
    <dgm:cxn modelId="{130C9750-C4C1-4890-9F0B-CCE009BC86A3}" type="presParOf" srcId="{AB7CD5E9-0CC9-494F-90CE-4E204D7B6CE8}" destId="{DBFCFA8F-180C-4348-9FB9-CCB5CA9D2335}" srcOrd="1" destOrd="0" presId="urn:microsoft.com/office/officeart/2005/8/layout/vList2"/>
    <dgm:cxn modelId="{9CF55B43-8EA7-4AAD-BBB6-4E7A54978730}" type="presParOf" srcId="{AB7CD5E9-0CC9-494F-90CE-4E204D7B6CE8}" destId="{D068E72D-B68E-4F34-813A-560DC2EC1216}" srcOrd="2" destOrd="0" presId="urn:microsoft.com/office/officeart/2005/8/layout/vList2"/>
    <dgm:cxn modelId="{4F82E0AB-2D24-484E-BBF9-22D430E0C760}" type="presParOf" srcId="{AB7CD5E9-0CC9-494F-90CE-4E204D7B6CE8}" destId="{CE695332-054B-44EE-91DD-DD55C430B94C}" srcOrd="3" destOrd="0" presId="urn:microsoft.com/office/officeart/2005/8/layout/vList2"/>
    <dgm:cxn modelId="{9B443A30-B02A-43F6-AD9E-67E9BDAFDF1B}" type="presParOf" srcId="{AB7CD5E9-0CC9-494F-90CE-4E204D7B6CE8}" destId="{5373AD3C-2DD9-4062-888B-04BBB9C7DE38}" srcOrd="4" destOrd="0" presId="urn:microsoft.com/office/officeart/2005/8/layout/vList2"/>
    <dgm:cxn modelId="{560FF878-A24E-4505-A401-6FC9FF09CF93}" type="presParOf" srcId="{AB7CD5E9-0CC9-494F-90CE-4E204D7B6CE8}" destId="{4016C60E-B1F4-4539-B1DF-81A64C1B979E}" srcOrd="5" destOrd="0" presId="urn:microsoft.com/office/officeart/2005/8/layout/vList2"/>
    <dgm:cxn modelId="{2C11FCD7-E7BA-4502-BF8D-1A1E510F3128}" type="presParOf" srcId="{AB7CD5E9-0CC9-494F-90CE-4E204D7B6CE8}" destId="{2CBE4916-7561-4767-9884-26D2CF1C9690}" srcOrd="6" destOrd="0" presId="urn:microsoft.com/office/officeart/2005/8/layout/vList2"/>
    <dgm:cxn modelId="{48F4138B-E8CE-4BCB-BE22-3E28237FDFF6}" type="presParOf" srcId="{AB7CD5E9-0CC9-494F-90CE-4E204D7B6CE8}" destId="{806C6EF3-97F2-44F5-AF3E-EA510027B682}" srcOrd="7" destOrd="0" presId="urn:microsoft.com/office/officeart/2005/8/layout/vList2"/>
    <dgm:cxn modelId="{4BE19754-745E-47A4-85C9-F47376F3B364}" type="presParOf" srcId="{AB7CD5E9-0CC9-494F-90CE-4E204D7B6CE8}" destId="{CA678D7C-24E4-4465-82F8-563B89F2A4F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C7AEC4-4351-4B91-8D9D-5066A184C9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527707-F0BF-4AC8-A79F-884E6720C406}">
      <dgm:prSet/>
      <dgm:spPr/>
      <dgm:t>
        <a:bodyPr/>
        <a:lstStyle/>
        <a:p>
          <a:r>
            <a:rPr lang="en-US"/>
            <a:t>Readibility</a:t>
          </a:r>
        </a:p>
      </dgm:t>
    </dgm:pt>
    <dgm:pt modelId="{C9CFA8BB-C793-4DEF-83F7-4733ABC8DF8D}" type="parTrans" cxnId="{5015B8C5-7FA4-436F-B2F8-4D1CE8D9FE98}">
      <dgm:prSet/>
      <dgm:spPr/>
      <dgm:t>
        <a:bodyPr/>
        <a:lstStyle/>
        <a:p>
          <a:endParaRPr lang="en-US"/>
        </a:p>
      </dgm:t>
    </dgm:pt>
    <dgm:pt modelId="{58DC0B1E-6CEF-4D1C-AE8B-5060E0B13EB7}" type="sibTrans" cxnId="{5015B8C5-7FA4-436F-B2F8-4D1CE8D9FE98}">
      <dgm:prSet/>
      <dgm:spPr/>
      <dgm:t>
        <a:bodyPr/>
        <a:lstStyle/>
        <a:p>
          <a:endParaRPr lang="en-US"/>
        </a:p>
      </dgm:t>
    </dgm:pt>
    <dgm:pt modelId="{8AC06C64-B43E-419A-A83E-27864BE6D05E}">
      <dgm:prSet/>
      <dgm:spPr/>
      <dgm:t>
        <a:bodyPr/>
        <a:lstStyle/>
        <a:p>
          <a:r>
            <a:rPr lang="en-US"/>
            <a:t>Efisien</a:t>
          </a:r>
        </a:p>
      </dgm:t>
    </dgm:pt>
    <dgm:pt modelId="{DBDAFAD5-E589-42BD-ADF5-8933FA7EA9E0}" type="parTrans" cxnId="{9C4111AC-CA06-4E0C-9538-C11C25171160}">
      <dgm:prSet/>
      <dgm:spPr/>
      <dgm:t>
        <a:bodyPr/>
        <a:lstStyle/>
        <a:p>
          <a:endParaRPr lang="en-US"/>
        </a:p>
      </dgm:t>
    </dgm:pt>
    <dgm:pt modelId="{76DC264B-77A6-4A7B-90B8-438C96CE9E02}" type="sibTrans" cxnId="{9C4111AC-CA06-4E0C-9538-C11C25171160}">
      <dgm:prSet/>
      <dgm:spPr/>
      <dgm:t>
        <a:bodyPr/>
        <a:lstStyle/>
        <a:p>
          <a:endParaRPr lang="en-US"/>
        </a:p>
      </dgm:t>
    </dgm:pt>
    <dgm:pt modelId="{76B1A44F-18EF-4741-898C-09AC53021C2B}">
      <dgm:prSet/>
      <dgm:spPr/>
      <dgm:t>
        <a:bodyPr/>
        <a:lstStyle/>
        <a:p>
          <a:r>
            <a:rPr lang="en-US"/>
            <a:t>Multifungsi</a:t>
          </a:r>
        </a:p>
      </dgm:t>
    </dgm:pt>
    <dgm:pt modelId="{F4802C8A-6515-4D15-B0B7-60A5466C64C9}" type="parTrans" cxnId="{60C0480A-B1B9-46BD-BD4C-A4415104EE01}">
      <dgm:prSet/>
      <dgm:spPr/>
      <dgm:t>
        <a:bodyPr/>
        <a:lstStyle/>
        <a:p>
          <a:endParaRPr lang="en-US"/>
        </a:p>
      </dgm:t>
    </dgm:pt>
    <dgm:pt modelId="{5CC37253-B744-4177-B367-C517BB0D9682}" type="sibTrans" cxnId="{60C0480A-B1B9-46BD-BD4C-A4415104EE01}">
      <dgm:prSet/>
      <dgm:spPr/>
      <dgm:t>
        <a:bodyPr/>
        <a:lstStyle/>
        <a:p>
          <a:endParaRPr lang="en-US"/>
        </a:p>
      </dgm:t>
    </dgm:pt>
    <dgm:pt modelId="{BFE00B15-964C-44CB-AB63-002A91CD0DC8}">
      <dgm:prSet/>
      <dgm:spPr/>
      <dgm:t>
        <a:bodyPr/>
        <a:lstStyle/>
        <a:p>
          <a:r>
            <a:rPr lang="en-US"/>
            <a:t>Interoperabilitas</a:t>
          </a:r>
        </a:p>
      </dgm:t>
    </dgm:pt>
    <dgm:pt modelId="{FED0CEF3-CFE0-4CB7-85D3-9FA5EFFB1CD3}" type="parTrans" cxnId="{6CFCD484-CBA9-4ADB-838C-896A65274175}">
      <dgm:prSet/>
      <dgm:spPr/>
      <dgm:t>
        <a:bodyPr/>
        <a:lstStyle/>
        <a:p>
          <a:endParaRPr lang="en-US"/>
        </a:p>
      </dgm:t>
    </dgm:pt>
    <dgm:pt modelId="{8CBAAB8F-3EF6-461B-9810-E0612BDCEA64}" type="sibTrans" cxnId="{6CFCD484-CBA9-4ADB-838C-896A65274175}">
      <dgm:prSet/>
      <dgm:spPr/>
      <dgm:t>
        <a:bodyPr/>
        <a:lstStyle/>
        <a:p>
          <a:endParaRPr lang="en-US"/>
        </a:p>
      </dgm:t>
    </dgm:pt>
    <dgm:pt modelId="{86DCEF13-A7A2-428E-A5DA-427255B6B86B}">
      <dgm:prSet/>
      <dgm:spPr/>
      <dgm:t>
        <a:bodyPr/>
        <a:lstStyle/>
        <a:p>
          <a:r>
            <a:rPr lang="en-US"/>
            <a:t>Dukungan komunitas</a:t>
          </a:r>
        </a:p>
      </dgm:t>
    </dgm:pt>
    <dgm:pt modelId="{9B797B54-0D48-43FE-BB17-B064353C112E}" type="parTrans" cxnId="{C1B74736-90DE-4DE9-AD61-4B99C5064933}">
      <dgm:prSet/>
      <dgm:spPr/>
      <dgm:t>
        <a:bodyPr/>
        <a:lstStyle/>
        <a:p>
          <a:endParaRPr lang="en-US"/>
        </a:p>
      </dgm:t>
    </dgm:pt>
    <dgm:pt modelId="{4490433A-6ABC-4F10-9753-6FEE951C325C}" type="sibTrans" cxnId="{C1B74736-90DE-4DE9-AD61-4B99C5064933}">
      <dgm:prSet/>
      <dgm:spPr/>
      <dgm:t>
        <a:bodyPr/>
        <a:lstStyle/>
        <a:p>
          <a:endParaRPr lang="en-US"/>
        </a:p>
      </dgm:t>
    </dgm:pt>
    <dgm:pt modelId="{AD531D52-714F-4E52-BF12-57B46EA2BB06}" type="pres">
      <dgm:prSet presAssocID="{BFC7AEC4-4351-4B91-8D9D-5066A184C965}" presName="linear" presStyleCnt="0">
        <dgm:presLayoutVars>
          <dgm:animLvl val="lvl"/>
          <dgm:resizeHandles val="exact"/>
        </dgm:presLayoutVars>
      </dgm:prSet>
      <dgm:spPr/>
    </dgm:pt>
    <dgm:pt modelId="{4C34A756-F4B6-46CF-9F74-EA01E96EF5FC}" type="pres">
      <dgm:prSet presAssocID="{96527707-F0BF-4AC8-A79F-884E6720C40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8F3AA08-19EA-47E0-9B12-DA1643592F13}" type="pres">
      <dgm:prSet presAssocID="{58DC0B1E-6CEF-4D1C-AE8B-5060E0B13EB7}" presName="spacer" presStyleCnt="0"/>
      <dgm:spPr/>
    </dgm:pt>
    <dgm:pt modelId="{F4936A0A-9153-41CA-AF95-194FA387FEC6}" type="pres">
      <dgm:prSet presAssocID="{8AC06C64-B43E-419A-A83E-27864BE6D05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74A647C-B568-4007-8962-7ABB315BCCC2}" type="pres">
      <dgm:prSet presAssocID="{76DC264B-77A6-4A7B-90B8-438C96CE9E02}" presName="spacer" presStyleCnt="0"/>
      <dgm:spPr/>
    </dgm:pt>
    <dgm:pt modelId="{0DAA5A4B-C329-4FC3-9D13-94725FDB8FC7}" type="pres">
      <dgm:prSet presAssocID="{76B1A44F-18EF-4741-898C-09AC53021C2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D1EEC03-EEE9-4D7E-A8A5-CC50CB796170}" type="pres">
      <dgm:prSet presAssocID="{5CC37253-B744-4177-B367-C517BB0D9682}" presName="spacer" presStyleCnt="0"/>
      <dgm:spPr/>
    </dgm:pt>
    <dgm:pt modelId="{872C9CDD-0166-437B-8A13-518F270496A8}" type="pres">
      <dgm:prSet presAssocID="{BFE00B15-964C-44CB-AB63-002A91CD0DC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30D54EE-5060-41DB-BD44-54F1A48C6579}" type="pres">
      <dgm:prSet presAssocID="{8CBAAB8F-3EF6-461B-9810-E0612BDCEA64}" presName="spacer" presStyleCnt="0"/>
      <dgm:spPr/>
    </dgm:pt>
    <dgm:pt modelId="{E324F496-C7AC-476F-8A01-0337719987AE}" type="pres">
      <dgm:prSet presAssocID="{86DCEF13-A7A2-428E-A5DA-427255B6B86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0C0480A-B1B9-46BD-BD4C-A4415104EE01}" srcId="{BFC7AEC4-4351-4B91-8D9D-5066A184C965}" destId="{76B1A44F-18EF-4741-898C-09AC53021C2B}" srcOrd="2" destOrd="0" parTransId="{F4802C8A-6515-4D15-B0B7-60A5466C64C9}" sibTransId="{5CC37253-B744-4177-B367-C517BB0D9682}"/>
    <dgm:cxn modelId="{9E083517-3F15-4B6F-BDCA-44FF7B8E0F5F}" type="presOf" srcId="{8AC06C64-B43E-419A-A83E-27864BE6D05E}" destId="{F4936A0A-9153-41CA-AF95-194FA387FEC6}" srcOrd="0" destOrd="0" presId="urn:microsoft.com/office/officeart/2005/8/layout/vList2"/>
    <dgm:cxn modelId="{0832AF25-A628-4B70-9138-28DA750A2AC8}" type="presOf" srcId="{96527707-F0BF-4AC8-A79F-884E6720C406}" destId="{4C34A756-F4B6-46CF-9F74-EA01E96EF5FC}" srcOrd="0" destOrd="0" presId="urn:microsoft.com/office/officeart/2005/8/layout/vList2"/>
    <dgm:cxn modelId="{C1B74736-90DE-4DE9-AD61-4B99C5064933}" srcId="{BFC7AEC4-4351-4B91-8D9D-5066A184C965}" destId="{86DCEF13-A7A2-428E-A5DA-427255B6B86B}" srcOrd="4" destOrd="0" parTransId="{9B797B54-0D48-43FE-BB17-B064353C112E}" sibTransId="{4490433A-6ABC-4F10-9753-6FEE951C325C}"/>
    <dgm:cxn modelId="{3E696C4C-7274-4105-B94A-8257B4105F57}" type="presOf" srcId="{BFC7AEC4-4351-4B91-8D9D-5066A184C965}" destId="{AD531D52-714F-4E52-BF12-57B46EA2BB06}" srcOrd="0" destOrd="0" presId="urn:microsoft.com/office/officeart/2005/8/layout/vList2"/>
    <dgm:cxn modelId="{B81C9754-EFFC-414F-97EF-7311B3FA32ED}" type="presOf" srcId="{BFE00B15-964C-44CB-AB63-002A91CD0DC8}" destId="{872C9CDD-0166-437B-8A13-518F270496A8}" srcOrd="0" destOrd="0" presId="urn:microsoft.com/office/officeart/2005/8/layout/vList2"/>
    <dgm:cxn modelId="{6CFCD484-CBA9-4ADB-838C-896A65274175}" srcId="{BFC7AEC4-4351-4B91-8D9D-5066A184C965}" destId="{BFE00B15-964C-44CB-AB63-002A91CD0DC8}" srcOrd="3" destOrd="0" parTransId="{FED0CEF3-CFE0-4CB7-85D3-9FA5EFFB1CD3}" sibTransId="{8CBAAB8F-3EF6-461B-9810-E0612BDCEA64}"/>
    <dgm:cxn modelId="{9C4111AC-CA06-4E0C-9538-C11C25171160}" srcId="{BFC7AEC4-4351-4B91-8D9D-5066A184C965}" destId="{8AC06C64-B43E-419A-A83E-27864BE6D05E}" srcOrd="1" destOrd="0" parTransId="{DBDAFAD5-E589-42BD-ADF5-8933FA7EA9E0}" sibTransId="{76DC264B-77A6-4A7B-90B8-438C96CE9E02}"/>
    <dgm:cxn modelId="{5015B8C5-7FA4-436F-B2F8-4D1CE8D9FE98}" srcId="{BFC7AEC4-4351-4B91-8D9D-5066A184C965}" destId="{96527707-F0BF-4AC8-A79F-884E6720C406}" srcOrd="0" destOrd="0" parTransId="{C9CFA8BB-C793-4DEF-83F7-4733ABC8DF8D}" sibTransId="{58DC0B1E-6CEF-4D1C-AE8B-5060E0B13EB7}"/>
    <dgm:cxn modelId="{32C758DB-D934-40AE-92AA-0662B8AF3995}" type="presOf" srcId="{86DCEF13-A7A2-428E-A5DA-427255B6B86B}" destId="{E324F496-C7AC-476F-8A01-0337719987AE}" srcOrd="0" destOrd="0" presId="urn:microsoft.com/office/officeart/2005/8/layout/vList2"/>
    <dgm:cxn modelId="{140C3AEF-3074-4BD9-B4D2-EE1812E51F0A}" type="presOf" srcId="{76B1A44F-18EF-4741-898C-09AC53021C2B}" destId="{0DAA5A4B-C329-4FC3-9D13-94725FDB8FC7}" srcOrd="0" destOrd="0" presId="urn:microsoft.com/office/officeart/2005/8/layout/vList2"/>
    <dgm:cxn modelId="{ADCAC0EC-1AD1-4C32-8567-2267154688C2}" type="presParOf" srcId="{AD531D52-714F-4E52-BF12-57B46EA2BB06}" destId="{4C34A756-F4B6-46CF-9F74-EA01E96EF5FC}" srcOrd="0" destOrd="0" presId="urn:microsoft.com/office/officeart/2005/8/layout/vList2"/>
    <dgm:cxn modelId="{ECA22021-E9B2-4E29-8AD6-5ED2FBEA0E79}" type="presParOf" srcId="{AD531D52-714F-4E52-BF12-57B46EA2BB06}" destId="{D8F3AA08-19EA-47E0-9B12-DA1643592F13}" srcOrd="1" destOrd="0" presId="urn:microsoft.com/office/officeart/2005/8/layout/vList2"/>
    <dgm:cxn modelId="{76ED3ACC-106B-415A-A02A-CCCDF4F08E4A}" type="presParOf" srcId="{AD531D52-714F-4E52-BF12-57B46EA2BB06}" destId="{F4936A0A-9153-41CA-AF95-194FA387FEC6}" srcOrd="2" destOrd="0" presId="urn:microsoft.com/office/officeart/2005/8/layout/vList2"/>
    <dgm:cxn modelId="{33105DA1-E0FD-4014-9964-E66E1470510F}" type="presParOf" srcId="{AD531D52-714F-4E52-BF12-57B46EA2BB06}" destId="{974A647C-B568-4007-8962-7ABB315BCCC2}" srcOrd="3" destOrd="0" presId="urn:microsoft.com/office/officeart/2005/8/layout/vList2"/>
    <dgm:cxn modelId="{9FA8904A-205E-433F-83D1-DA254383A428}" type="presParOf" srcId="{AD531D52-714F-4E52-BF12-57B46EA2BB06}" destId="{0DAA5A4B-C329-4FC3-9D13-94725FDB8FC7}" srcOrd="4" destOrd="0" presId="urn:microsoft.com/office/officeart/2005/8/layout/vList2"/>
    <dgm:cxn modelId="{5C99E3CD-3779-412C-B138-F2806F9BCBF9}" type="presParOf" srcId="{AD531D52-714F-4E52-BF12-57B46EA2BB06}" destId="{FD1EEC03-EEE9-4D7E-A8A5-CC50CB796170}" srcOrd="5" destOrd="0" presId="urn:microsoft.com/office/officeart/2005/8/layout/vList2"/>
    <dgm:cxn modelId="{C3F59287-D476-480F-81EF-CDCF9ABF6EC3}" type="presParOf" srcId="{AD531D52-714F-4E52-BF12-57B46EA2BB06}" destId="{872C9CDD-0166-437B-8A13-518F270496A8}" srcOrd="6" destOrd="0" presId="urn:microsoft.com/office/officeart/2005/8/layout/vList2"/>
    <dgm:cxn modelId="{D5CE161E-0145-46FD-84E3-E6173C61937F}" type="presParOf" srcId="{AD531D52-714F-4E52-BF12-57B46EA2BB06}" destId="{930D54EE-5060-41DB-BD44-54F1A48C6579}" srcOrd="7" destOrd="0" presId="urn:microsoft.com/office/officeart/2005/8/layout/vList2"/>
    <dgm:cxn modelId="{28C7BC55-10D0-4901-A7F5-47A9CA2DFDBA}" type="presParOf" srcId="{AD531D52-714F-4E52-BF12-57B46EA2BB06}" destId="{E324F496-C7AC-476F-8A01-0337719987A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CE03E5-B5F5-4DE0-9D98-8DAE946ADD1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099C7CC-65D3-43A7-8304-F46240B7497F}">
      <dgm:prSet/>
      <dgm:spPr/>
      <dgm:t>
        <a:bodyPr/>
        <a:lstStyle/>
        <a:p>
          <a:r>
            <a:rPr lang="en-US"/>
            <a:t>Statement adalah sebuah instruksi atau kalimat perintah yang dapat dieksekusi.</a:t>
          </a:r>
        </a:p>
      </dgm:t>
    </dgm:pt>
    <dgm:pt modelId="{DA13026B-1272-4E33-863C-B4BDC31B5366}" type="parTrans" cxnId="{4914C763-1D84-4ED8-90AE-449877156C4F}">
      <dgm:prSet/>
      <dgm:spPr/>
      <dgm:t>
        <a:bodyPr/>
        <a:lstStyle/>
        <a:p>
          <a:endParaRPr lang="en-US"/>
        </a:p>
      </dgm:t>
    </dgm:pt>
    <dgm:pt modelId="{2C1839DB-88FF-453A-8847-87AB2CF83FE8}" type="sibTrans" cxnId="{4914C763-1D84-4ED8-90AE-449877156C4F}">
      <dgm:prSet/>
      <dgm:spPr/>
      <dgm:t>
        <a:bodyPr/>
        <a:lstStyle/>
        <a:p>
          <a:endParaRPr lang="en-US"/>
        </a:p>
      </dgm:t>
    </dgm:pt>
    <dgm:pt modelId="{9CB86393-9015-44F1-9BFE-3553A68A9984}">
      <dgm:prSet/>
      <dgm:spPr/>
      <dgm:t>
        <a:bodyPr/>
        <a:lstStyle/>
        <a:p>
          <a:r>
            <a:rPr lang="en-US"/>
            <a:t>Tidak diakhiri tanda titik koma</a:t>
          </a:r>
        </a:p>
      </dgm:t>
    </dgm:pt>
    <dgm:pt modelId="{C103408B-CD70-4907-BB60-E94DFE504692}" type="parTrans" cxnId="{87CB6781-E8D0-40CC-A03E-5D930A418242}">
      <dgm:prSet/>
      <dgm:spPr/>
      <dgm:t>
        <a:bodyPr/>
        <a:lstStyle/>
        <a:p>
          <a:endParaRPr lang="en-US"/>
        </a:p>
      </dgm:t>
    </dgm:pt>
    <dgm:pt modelId="{448B78BE-4568-44BA-B952-051FBFF2CDBC}" type="sibTrans" cxnId="{87CB6781-E8D0-40CC-A03E-5D930A418242}">
      <dgm:prSet/>
      <dgm:spPr/>
      <dgm:t>
        <a:bodyPr/>
        <a:lstStyle/>
        <a:p>
          <a:endParaRPr lang="en-US"/>
        </a:p>
      </dgm:t>
    </dgm:pt>
    <dgm:pt modelId="{9417F7FA-5261-4D2E-84B1-5209A8C52748}">
      <dgm:prSet/>
      <dgm:spPr/>
      <dgm:t>
        <a:bodyPr/>
        <a:lstStyle/>
        <a:p>
          <a:r>
            <a:rPr lang="en-US"/>
            <a:t>Statement dinyatakan dalam satu baris</a:t>
          </a:r>
        </a:p>
      </dgm:t>
    </dgm:pt>
    <dgm:pt modelId="{8D104999-EA6B-4D98-82F7-38AF985FCC28}" type="parTrans" cxnId="{7AF14F35-5269-4AC1-AFEB-A00E3FDD7AA8}">
      <dgm:prSet/>
      <dgm:spPr/>
      <dgm:t>
        <a:bodyPr/>
        <a:lstStyle/>
        <a:p>
          <a:endParaRPr lang="en-US"/>
        </a:p>
      </dgm:t>
    </dgm:pt>
    <dgm:pt modelId="{559EE32B-57A5-46BA-8963-C01147D82BDD}" type="sibTrans" cxnId="{7AF14F35-5269-4AC1-AFEB-A00E3FDD7AA8}">
      <dgm:prSet/>
      <dgm:spPr/>
      <dgm:t>
        <a:bodyPr/>
        <a:lstStyle/>
        <a:p>
          <a:endParaRPr lang="en-US"/>
        </a:p>
      </dgm:t>
    </dgm:pt>
    <dgm:pt modelId="{DC069EFE-B38D-4C64-B0BD-EC1F49A9DBB1}">
      <dgm:prSet/>
      <dgm:spPr/>
      <dgm:t>
        <a:bodyPr/>
        <a:lstStyle/>
        <a:p>
          <a:r>
            <a:rPr lang="en-US"/>
            <a:t>Jika satu statement diharuskan lebih dari satu baris, dapat menggunakan tanda backslash “\”</a:t>
          </a:r>
        </a:p>
      </dgm:t>
    </dgm:pt>
    <dgm:pt modelId="{39DFBB6F-0E15-4DD9-BD71-F203DDF06B17}" type="parTrans" cxnId="{7F11CC7A-A23C-4FC5-BB28-09CC6BBC64A2}">
      <dgm:prSet/>
      <dgm:spPr/>
      <dgm:t>
        <a:bodyPr/>
        <a:lstStyle/>
        <a:p>
          <a:endParaRPr lang="en-US"/>
        </a:p>
      </dgm:t>
    </dgm:pt>
    <dgm:pt modelId="{FBBC761D-77EC-425D-8C2A-91D1C9813AF7}" type="sibTrans" cxnId="{7F11CC7A-A23C-4FC5-BB28-09CC6BBC64A2}">
      <dgm:prSet/>
      <dgm:spPr/>
      <dgm:t>
        <a:bodyPr/>
        <a:lstStyle/>
        <a:p>
          <a:endParaRPr lang="en-US"/>
        </a:p>
      </dgm:t>
    </dgm:pt>
    <dgm:pt modelId="{D8426BA7-56EB-4110-BABB-65DCE24EBB27}">
      <dgm:prSet/>
      <dgm:spPr/>
      <dgm:t>
        <a:bodyPr/>
        <a:lstStyle/>
        <a:p>
          <a:r>
            <a:rPr lang="en-US"/>
            <a:t>Statement yang ada di dalam atau diapit tanda kurung seperti “[], {}, ()” tidak memerlukan tanda backslash “\”</a:t>
          </a:r>
        </a:p>
      </dgm:t>
    </dgm:pt>
    <dgm:pt modelId="{5AB78D58-79F1-4980-98BD-0FCF03FA3381}" type="parTrans" cxnId="{56D01BDD-3F7B-4EB0-AFCE-126ACA207B39}">
      <dgm:prSet/>
      <dgm:spPr/>
      <dgm:t>
        <a:bodyPr/>
        <a:lstStyle/>
        <a:p>
          <a:endParaRPr lang="en-US"/>
        </a:p>
      </dgm:t>
    </dgm:pt>
    <dgm:pt modelId="{07F080C1-9727-4290-ACAE-41D71417B123}" type="sibTrans" cxnId="{56D01BDD-3F7B-4EB0-AFCE-126ACA207B39}">
      <dgm:prSet/>
      <dgm:spPr/>
      <dgm:t>
        <a:bodyPr/>
        <a:lstStyle/>
        <a:p>
          <a:endParaRPr lang="en-US"/>
        </a:p>
      </dgm:t>
    </dgm:pt>
    <dgm:pt modelId="{5E445A51-E117-47E4-8AF8-501DAA507442}">
      <dgm:prSet/>
      <dgm:spPr/>
      <dgm:t>
        <a:bodyPr/>
        <a:lstStyle/>
        <a:p>
          <a:r>
            <a:rPr lang="en-US"/>
            <a:t>Menggunakan indentasi sebagai penanda blok</a:t>
          </a:r>
        </a:p>
      </dgm:t>
    </dgm:pt>
    <dgm:pt modelId="{5CF936BB-7F40-4B08-8C46-4BBC2D8F3736}" type="parTrans" cxnId="{9A5409AE-12B0-482A-96EE-9EDD1858D4FD}">
      <dgm:prSet/>
      <dgm:spPr/>
      <dgm:t>
        <a:bodyPr/>
        <a:lstStyle/>
        <a:p>
          <a:endParaRPr lang="en-US"/>
        </a:p>
      </dgm:t>
    </dgm:pt>
    <dgm:pt modelId="{7A105E1C-C4C2-46A3-9838-BF049B76AA11}" type="sibTrans" cxnId="{9A5409AE-12B0-482A-96EE-9EDD1858D4FD}">
      <dgm:prSet/>
      <dgm:spPr/>
      <dgm:t>
        <a:bodyPr/>
        <a:lstStyle/>
        <a:p>
          <a:endParaRPr lang="en-US"/>
        </a:p>
      </dgm:t>
    </dgm:pt>
    <dgm:pt modelId="{BD023912-239D-44E3-8AFA-7541AD4B9ECC}">
      <dgm:prSet/>
      <dgm:spPr/>
      <dgm:t>
        <a:bodyPr/>
        <a:lstStyle/>
        <a:p>
          <a:r>
            <a:rPr lang="en-US"/>
            <a:t>Menggunakan tanda ‘, “, atau “”” untuk menandakan string</a:t>
          </a:r>
        </a:p>
      </dgm:t>
    </dgm:pt>
    <dgm:pt modelId="{B07EFAE4-1150-46C0-9B5B-A7C71F1E525C}" type="parTrans" cxnId="{0CF6DAAE-6F8D-45A0-A15C-5340419F86F8}">
      <dgm:prSet/>
      <dgm:spPr/>
      <dgm:t>
        <a:bodyPr/>
        <a:lstStyle/>
        <a:p>
          <a:endParaRPr lang="en-US"/>
        </a:p>
      </dgm:t>
    </dgm:pt>
    <dgm:pt modelId="{F17451C1-00C0-4480-80DA-DB7E5E5DDF64}" type="sibTrans" cxnId="{0CF6DAAE-6F8D-45A0-A15C-5340419F86F8}">
      <dgm:prSet/>
      <dgm:spPr/>
      <dgm:t>
        <a:bodyPr/>
        <a:lstStyle/>
        <a:p>
          <a:endParaRPr lang="en-US"/>
        </a:p>
      </dgm:t>
    </dgm:pt>
    <dgm:pt modelId="{6B1EB020-E85F-4F48-8439-352F3E8295FB}">
      <dgm:prSet/>
      <dgm:spPr/>
      <dgm:t>
        <a:bodyPr/>
        <a:lstStyle/>
        <a:p>
          <a:r>
            <a:rPr lang="en-US"/>
            <a:t>Bersifat case sensitif</a:t>
          </a:r>
        </a:p>
      </dgm:t>
    </dgm:pt>
    <dgm:pt modelId="{1086AA71-9484-4D01-A7B0-945BECB3FD6D}" type="parTrans" cxnId="{4A6C792F-9A78-4F23-87D5-68F87E5531B8}">
      <dgm:prSet/>
      <dgm:spPr/>
      <dgm:t>
        <a:bodyPr/>
        <a:lstStyle/>
        <a:p>
          <a:endParaRPr lang="en-US"/>
        </a:p>
      </dgm:t>
    </dgm:pt>
    <dgm:pt modelId="{F4D7FCFC-EA98-4C72-8AE4-8CD5372E9F86}" type="sibTrans" cxnId="{4A6C792F-9A78-4F23-87D5-68F87E5531B8}">
      <dgm:prSet/>
      <dgm:spPr/>
      <dgm:t>
        <a:bodyPr/>
        <a:lstStyle/>
        <a:p>
          <a:endParaRPr lang="en-US"/>
        </a:p>
      </dgm:t>
    </dgm:pt>
    <dgm:pt modelId="{8FEAAC0D-DE86-4D4E-B989-5F834D4FFC4A}">
      <dgm:prSet/>
      <dgm:spPr/>
      <dgm:t>
        <a:bodyPr/>
        <a:lstStyle/>
        <a:p>
          <a:r>
            <a:rPr lang="en-US"/>
            <a:t>Menggunakan tanda “#” untuk komentar</a:t>
          </a:r>
        </a:p>
      </dgm:t>
    </dgm:pt>
    <dgm:pt modelId="{E8AE22E1-7282-4A0F-A3D8-FC6E00BBB18B}" type="parTrans" cxnId="{8BA70DF7-917C-4EB4-A87A-830F768E883B}">
      <dgm:prSet/>
      <dgm:spPr/>
      <dgm:t>
        <a:bodyPr/>
        <a:lstStyle/>
        <a:p>
          <a:endParaRPr lang="en-US"/>
        </a:p>
      </dgm:t>
    </dgm:pt>
    <dgm:pt modelId="{5034549B-9298-406E-A66F-62E810A9116A}" type="sibTrans" cxnId="{8BA70DF7-917C-4EB4-A87A-830F768E883B}">
      <dgm:prSet/>
      <dgm:spPr/>
      <dgm:t>
        <a:bodyPr/>
        <a:lstStyle/>
        <a:p>
          <a:endParaRPr lang="en-US"/>
        </a:p>
      </dgm:t>
    </dgm:pt>
    <dgm:pt modelId="{7FA6AB2D-9BDF-41DD-BA6D-2361C8D9CF25}" type="pres">
      <dgm:prSet presAssocID="{1CCE03E5-B5F5-4DE0-9D98-8DAE946ADD1A}" presName="linear" presStyleCnt="0">
        <dgm:presLayoutVars>
          <dgm:animLvl val="lvl"/>
          <dgm:resizeHandles val="exact"/>
        </dgm:presLayoutVars>
      </dgm:prSet>
      <dgm:spPr/>
    </dgm:pt>
    <dgm:pt modelId="{536A7FD1-0992-4AEE-9563-553BBB239BCF}" type="pres">
      <dgm:prSet presAssocID="{3099C7CC-65D3-43A7-8304-F46240B7497F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1979841-1223-4898-8559-0835AC340287}" type="pres">
      <dgm:prSet presAssocID="{2C1839DB-88FF-453A-8847-87AB2CF83FE8}" presName="spacer" presStyleCnt="0"/>
      <dgm:spPr/>
    </dgm:pt>
    <dgm:pt modelId="{C2ACCB2B-DC99-4C4D-8F9C-B2C265D0E057}" type="pres">
      <dgm:prSet presAssocID="{9CB86393-9015-44F1-9BFE-3553A68A9984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CE1D2F70-570F-4AAB-B186-BC7C04BD41CE}" type="pres">
      <dgm:prSet presAssocID="{448B78BE-4568-44BA-B952-051FBFF2CDBC}" presName="spacer" presStyleCnt="0"/>
      <dgm:spPr/>
    </dgm:pt>
    <dgm:pt modelId="{BDE10D90-C34B-46B9-A4FC-C35115E17E5C}" type="pres">
      <dgm:prSet presAssocID="{9417F7FA-5261-4D2E-84B1-5209A8C52748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89B34EFB-96A2-4644-8EAF-71552FF110D3}" type="pres">
      <dgm:prSet presAssocID="{559EE32B-57A5-46BA-8963-C01147D82BDD}" presName="spacer" presStyleCnt="0"/>
      <dgm:spPr/>
    </dgm:pt>
    <dgm:pt modelId="{F031D4F7-37B3-471C-9E0D-F49921BAC462}" type="pres">
      <dgm:prSet presAssocID="{DC069EFE-B38D-4C64-B0BD-EC1F49A9DBB1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433EAA00-047F-4C97-84FE-1EC444E355FA}" type="pres">
      <dgm:prSet presAssocID="{FBBC761D-77EC-425D-8C2A-91D1C9813AF7}" presName="spacer" presStyleCnt="0"/>
      <dgm:spPr/>
    </dgm:pt>
    <dgm:pt modelId="{A43E7A74-0F14-413B-A42D-DBC280682144}" type="pres">
      <dgm:prSet presAssocID="{D8426BA7-56EB-4110-BABB-65DCE24EBB27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DD04D182-89FA-4A5A-80E8-0C73D1CE0F9E}" type="pres">
      <dgm:prSet presAssocID="{07F080C1-9727-4290-ACAE-41D71417B123}" presName="spacer" presStyleCnt="0"/>
      <dgm:spPr/>
    </dgm:pt>
    <dgm:pt modelId="{8149C14A-363F-44A1-8856-D80C0C2CEB74}" type="pres">
      <dgm:prSet presAssocID="{5E445A51-E117-47E4-8AF8-501DAA507442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4D333D46-BC5C-4E4A-ADFD-F310D6C490BB}" type="pres">
      <dgm:prSet presAssocID="{7A105E1C-C4C2-46A3-9838-BF049B76AA11}" presName="spacer" presStyleCnt="0"/>
      <dgm:spPr/>
    </dgm:pt>
    <dgm:pt modelId="{54BC5AD6-AF61-47C2-BA86-AF8F11975E7E}" type="pres">
      <dgm:prSet presAssocID="{BD023912-239D-44E3-8AFA-7541AD4B9ECC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1EA2B6E8-40A0-499A-9A2D-AEFB3FCB141A}" type="pres">
      <dgm:prSet presAssocID="{F17451C1-00C0-4480-80DA-DB7E5E5DDF64}" presName="spacer" presStyleCnt="0"/>
      <dgm:spPr/>
    </dgm:pt>
    <dgm:pt modelId="{11250D40-9162-4775-8EA5-FB2BCB8809C3}" type="pres">
      <dgm:prSet presAssocID="{6B1EB020-E85F-4F48-8439-352F3E8295FB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333E6F49-0E75-419E-AA02-2EF061268FEB}" type="pres">
      <dgm:prSet presAssocID="{F4D7FCFC-EA98-4C72-8AE4-8CD5372E9F86}" presName="spacer" presStyleCnt="0"/>
      <dgm:spPr/>
    </dgm:pt>
    <dgm:pt modelId="{42A89038-977D-47A5-AF24-FB3AC04A00F4}" type="pres">
      <dgm:prSet presAssocID="{8FEAAC0D-DE86-4D4E-B989-5F834D4FFC4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4A1CB302-2AD2-4AE4-8B2F-8FCBA9B63E7D}" type="presOf" srcId="{6B1EB020-E85F-4F48-8439-352F3E8295FB}" destId="{11250D40-9162-4775-8EA5-FB2BCB8809C3}" srcOrd="0" destOrd="0" presId="urn:microsoft.com/office/officeart/2005/8/layout/vList2"/>
    <dgm:cxn modelId="{4A6C792F-9A78-4F23-87D5-68F87E5531B8}" srcId="{1CCE03E5-B5F5-4DE0-9D98-8DAE946ADD1A}" destId="{6B1EB020-E85F-4F48-8439-352F3E8295FB}" srcOrd="7" destOrd="0" parTransId="{1086AA71-9484-4D01-A7B0-945BECB3FD6D}" sibTransId="{F4D7FCFC-EA98-4C72-8AE4-8CD5372E9F86}"/>
    <dgm:cxn modelId="{7AF14F35-5269-4AC1-AFEB-A00E3FDD7AA8}" srcId="{1CCE03E5-B5F5-4DE0-9D98-8DAE946ADD1A}" destId="{9417F7FA-5261-4D2E-84B1-5209A8C52748}" srcOrd="2" destOrd="0" parTransId="{8D104999-EA6B-4D98-82F7-38AF985FCC28}" sibTransId="{559EE32B-57A5-46BA-8963-C01147D82BDD}"/>
    <dgm:cxn modelId="{4914C763-1D84-4ED8-90AE-449877156C4F}" srcId="{1CCE03E5-B5F5-4DE0-9D98-8DAE946ADD1A}" destId="{3099C7CC-65D3-43A7-8304-F46240B7497F}" srcOrd="0" destOrd="0" parTransId="{DA13026B-1272-4E33-863C-B4BDC31B5366}" sibTransId="{2C1839DB-88FF-453A-8847-87AB2CF83FE8}"/>
    <dgm:cxn modelId="{92026546-D8CB-4055-BE3D-7E294251C218}" type="presOf" srcId="{3099C7CC-65D3-43A7-8304-F46240B7497F}" destId="{536A7FD1-0992-4AEE-9563-553BBB239BCF}" srcOrd="0" destOrd="0" presId="urn:microsoft.com/office/officeart/2005/8/layout/vList2"/>
    <dgm:cxn modelId="{FE2C7C51-B798-4353-AB79-C08D682F4888}" type="presOf" srcId="{9CB86393-9015-44F1-9BFE-3553A68A9984}" destId="{C2ACCB2B-DC99-4C4D-8F9C-B2C265D0E057}" srcOrd="0" destOrd="0" presId="urn:microsoft.com/office/officeart/2005/8/layout/vList2"/>
    <dgm:cxn modelId="{7F11CC7A-A23C-4FC5-BB28-09CC6BBC64A2}" srcId="{1CCE03E5-B5F5-4DE0-9D98-8DAE946ADD1A}" destId="{DC069EFE-B38D-4C64-B0BD-EC1F49A9DBB1}" srcOrd="3" destOrd="0" parTransId="{39DFBB6F-0E15-4DD9-BD71-F203DDF06B17}" sibTransId="{FBBC761D-77EC-425D-8C2A-91D1C9813AF7}"/>
    <dgm:cxn modelId="{C76C1081-C45C-4C8F-8FC8-E04CA4D3210A}" type="presOf" srcId="{8FEAAC0D-DE86-4D4E-B989-5F834D4FFC4A}" destId="{42A89038-977D-47A5-AF24-FB3AC04A00F4}" srcOrd="0" destOrd="0" presId="urn:microsoft.com/office/officeart/2005/8/layout/vList2"/>
    <dgm:cxn modelId="{87CB6781-E8D0-40CC-A03E-5D930A418242}" srcId="{1CCE03E5-B5F5-4DE0-9D98-8DAE946ADD1A}" destId="{9CB86393-9015-44F1-9BFE-3553A68A9984}" srcOrd="1" destOrd="0" parTransId="{C103408B-CD70-4907-BB60-E94DFE504692}" sibTransId="{448B78BE-4568-44BA-B952-051FBFF2CDBC}"/>
    <dgm:cxn modelId="{B5FD728C-6A63-468E-83DA-916E72F1FCF3}" type="presOf" srcId="{DC069EFE-B38D-4C64-B0BD-EC1F49A9DBB1}" destId="{F031D4F7-37B3-471C-9E0D-F49921BAC462}" srcOrd="0" destOrd="0" presId="urn:microsoft.com/office/officeart/2005/8/layout/vList2"/>
    <dgm:cxn modelId="{0F2A7297-CD4D-455C-BDF7-58EC89F28DB6}" type="presOf" srcId="{D8426BA7-56EB-4110-BABB-65DCE24EBB27}" destId="{A43E7A74-0F14-413B-A42D-DBC280682144}" srcOrd="0" destOrd="0" presId="urn:microsoft.com/office/officeart/2005/8/layout/vList2"/>
    <dgm:cxn modelId="{9A5409AE-12B0-482A-96EE-9EDD1858D4FD}" srcId="{1CCE03E5-B5F5-4DE0-9D98-8DAE946ADD1A}" destId="{5E445A51-E117-47E4-8AF8-501DAA507442}" srcOrd="5" destOrd="0" parTransId="{5CF936BB-7F40-4B08-8C46-4BBC2D8F3736}" sibTransId="{7A105E1C-C4C2-46A3-9838-BF049B76AA11}"/>
    <dgm:cxn modelId="{0CF6DAAE-6F8D-45A0-A15C-5340419F86F8}" srcId="{1CCE03E5-B5F5-4DE0-9D98-8DAE946ADD1A}" destId="{BD023912-239D-44E3-8AFA-7541AD4B9ECC}" srcOrd="6" destOrd="0" parTransId="{B07EFAE4-1150-46C0-9B5B-A7C71F1E525C}" sibTransId="{F17451C1-00C0-4480-80DA-DB7E5E5DDF64}"/>
    <dgm:cxn modelId="{DD92F1B8-4AC8-4A46-B6FD-01291266A886}" type="presOf" srcId="{9417F7FA-5261-4D2E-84B1-5209A8C52748}" destId="{BDE10D90-C34B-46B9-A4FC-C35115E17E5C}" srcOrd="0" destOrd="0" presId="urn:microsoft.com/office/officeart/2005/8/layout/vList2"/>
    <dgm:cxn modelId="{AE4F65C4-8152-4EC8-94AE-0647F06EB7D1}" type="presOf" srcId="{BD023912-239D-44E3-8AFA-7541AD4B9ECC}" destId="{54BC5AD6-AF61-47C2-BA86-AF8F11975E7E}" srcOrd="0" destOrd="0" presId="urn:microsoft.com/office/officeart/2005/8/layout/vList2"/>
    <dgm:cxn modelId="{DB736BC5-5C81-4554-A1A7-44D3A47EE0C2}" type="presOf" srcId="{5E445A51-E117-47E4-8AF8-501DAA507442}" destId="{8149C14A-363F-44A1-8856-D80C0C2CEB74}" srcOrd="0" destOrd="0" presId="urn:microsoft.com/office/officeart/2005/8/layout/vList2"/>
    <dgm:cxn modelId="{56D01BDD-3F7B-4EB0-AFCE-126ACA207B39}" srcId="{1CCE03E5-B5F5-4DE0-9D98-8DAE946ADD1A}" destId="{D8426BA7-56EB-4110-BABB-65DCE24EBB27}" srcOrd="4" destOrd="0" parTransId="{5AB78D58-79F1-4980-98BD-0FCF03FA3381}" sibTransId="{07F080C1-9727-4290-ACAE-41D71417B123}"/>
    <dgm:cxn modelId="{33B38CED-3500-4B0C-92FC-E9FBB6ED0F07}" type="presOf" srcId="{1CCE03E5-B5F5-4DE0-9D98-8DAE946ADD1A}" destId="{7FA6AB2D-9BDF-41DD-BA6D-2361C8D9CF25}" srcOrd="0" destOrd="0" presId="urn:microsoft.com/office/officeart/2005/8/layout/vList2"/>
    <dgm:cxn modelId="{8BA70DF7-917C-4EB4-A87A-830F768E883B}" srcId="{1CCE03E5-B5F5-4DE0-9D98-8DAE946ADD1A}" destId="{8FEAAC0D-DE86-4D4E-B989-5F834D4FFC4A}" srcOrd="8" destOrd="0" parTransId="{E8AE22E1-7282-4A0F-A3D8-FC6E00BBB18B}" sibTransId="{5034549B-9298-406E-A66F-62E810A9116A}"/>
    <dgm:cxn modelId="{BD347C00-B9B7-484F-A833-E7B19B48E820}" type="presParOf" srcId="{7FA6AB2D-9BDF-41DD-BA6D-2361C8D9CF25}" destId="{536A7FD1-0992-4AEE-9563-553BBB239BCF}" srcOrd="0" destOrd="0" presId="urn:microsoft.com/office/officeart/2005/8/layout/vList2"/>
    <dgm:cxn modelId="{6419BF28-48CC-4B68-8328-9A4D41086AFF}" type="presParOf" srcId="{7FA6AB2D-9BDF-41DD-BA6D-2361C8D9CF25}" destId="{D1979841-1223-4898-8559-0835AC340287}" srcOrd="1" destOrd="0" presId="urn:microsoft.com/office/officeart/2005/8/layout/vList2"/>
    <dgm:cxn modelId="{CB5534A7-F506-40B2-A642-2C51682BE97B}" type="presParOf" srcId="{7FA6AB2D-9BDF-41DD-BA6D-2361C8D9CF25}" destId="{C2ACCB2B-DC99-4C4D-8F9C-B2C265D0E057}" srcOrd="2" destOrd="0" presId="urn:microsoft.com/office/officeart/2005/8/layout/vList2"/>
    <dgm:cxn modelId="{49677D06-BFE0-48A5-B120-80279B86175F}" type="presParOf" srcId="{7FA6AB2D-9BDF-41DD-BA6D-2361C8D9CF25}" destId="{CE1D2F70-570F-4AAB-B186-BC7C04BD41CE}" srcOrd="3" destOrd="0" presId="urn:microsoft.com/office/officeart/2005/8/layout/vList2"/>
    <dgm:cxn modelId="{E4780226-9DFC-47A6-AF58-A75B6E5B9A0E}" type="presParOf" srcId="{7FA6AB2D-9BDF-41DD-BA6D-2361C8D9CF25}" destId="{BDE10D90-C34B-46B9-A4FC-C35115E17E5C}" srcOrd="4" destOrd="0" presId="urn:microsoft.com/office/officeart/2005/8/layout/vList2"/>
    <dgm:cxn modelId="{FE08CAAD-A5A7-4452-8DFD-5DDCBE5C38AB}" type="presParOf" srcId="{7FA6AB2D-9BDF-41DD-BA6D-2361C8D9CF25}" destId="{89B34EFB-96A2-4644-8EAF-71552FF110D3}" srcOrd="5" destOrd="0" presId="urn:microsoft.com/office/officeart/2005/8/layout/vList2"/>
    <dgm:cxn modelId="{094DB8FF-F896-438E-8C47-7F4E4436C831}" type="presParOf" srcId="{7FA6AB2D-9BDF-41DD-BA6D-2361C8D9CF25}" destId="{F031D4F7-37B3-471C-9E0D-F49921BAC462}" srcOrd="6" destOrd="0" presId="urn:microsoft.com/office/officeart/2005/8/layout/vList2"/>
    <dgm:cxn modelId="{E6A15B74-B7DD-41EB-A68F-ED490E98D9B3}" type="presParOf" srcId="{7FA6AB2D-9BDF-41DD-BA6D-2361C8D9CF25}" destId="{433EAA00-047F-4C97-84FE-1EC444E355FA}" srcOrd="7" destOrd="0" presId="urn:microsoft.com/office/officeart/2005/8/layout/vList2"/>
    <dgm:cxn modelId="{4705EB90-5A0F-4A40-887C-57DA206A2149}" type="presParOf" srcId="{7FA6AB2D-9BDF-41DD-BA6D-2361C8D9CF25}" destId="{A43E7A74-0F14-413B-A42D-DBC280682144}" srcOrd="8" destOrd="0" presId="urn:microsoft.com/office/officeart/2005/8/layout/vList2"/>
    <dgm:cxn modelId="{DE5EC2E0-4B44-4B81-9AE1-E0425EE352E9}" type="presParOf" srcId="{7FA6AB2D-9BDF-41DD-BA6D-2361C8D9CF25}" destId="{DD04D182-89FA-4A5A-80E8-0C73D1CE0F9E}" srcOrd="9" destOrd="0" presId="urn:microsoft.com/office/officeart/2005/8/layout/vList2"/>
    <dgm:cxn modelId="{EBD8D0B3-5CED-4D21-994A-18F06F657514}" type="presParOf" srcId="{7FA6AB2D-9BDF-41DD-BA6D-2361C8D9CF25}" destId="{8149C14A-363F-44A1-8856-D80C0C2CEB74}" srcOrd="10" destOrd="0" presId="urn:microsoft.com/office/officeart/2005/8/layout/vList2"/>
    <dgm:cxn modelId="{76773AF2-9E12-4453-829D-10F40E4E714C}" type="presParOf" srcId="{7FA6AB2D-9BDF-41DD-BA6D-2361C8D9CF25}" destId="{4D333D46-BC5C-4E4A-ADFD-F310D6C490BB}" srcOrd="11" destOrd="0" presId="urn:microsoft.com/office/officeart/2005/8/layout/vList2"/>
    <dgm:cxn modelId="{791A85AA-4AF2-4565-895D-91BCEC47A871}" type="presParOf" srcId="{7FA6AB2D-9BDF-41DD-BA6D-2361C8D9CF25}" destId="{54BC5AD6-AF61-47C2-BA86-AF8F11975E7E}" srcOrd="12" destOrd="0" presId="urn:microsoft.com/office/officeart/2005/8/layout/vList2"/>
    <dgm:cxn modelId="{1705C86D-592F-4593-9D49-A2FFE6711F97}" type="presParOf" srcId="{7FA6AB2D-9BDF-41DD-BA6D-2361C8D9CF25}" destId="{1EA2B6E8-40A0-499A-9A2D-AEFB3FCB141A}" srcOrd="13" destOrd="0" presId="urn:microsoft.com/office/officeart/2005/8/layout/vList2"/>
    <dgm:cxn modelId="{B64BBA02-9BCB-4EE1-8CD3-D2D534C89439}" type="presParOf" srcId="{7FA6AB2D-9BDF-41DD-BA6D-2361C8D9CF25}" destId="{11250D40-9162-4775-8EA5-FB2BCB8809C3}" srcOrd="14" destOrd="0" presId="urn:microsoft.com/office/officeart/2005/8/layout/vList2"/>
    <dgm:cxn modelId="{2ED1DE7C-B10C-4E67-8ACC-142C828D0A50}" type="presParOf" srcId="{7FA6AB2D-9BDF-41DD-BA6D-2361C8D9CF25}" destId="{333E6F49-0E75-419E-AA02-2EF061268FEB}" srcOrd="15" destOrd="0" presId="urn:microsoft.com/office/officeart/2005/8/layout/vList2"/>
    <dgm:cxn modelId="{B6E5CCCC-3C15-4DEE-AEB7-725CB202B5C2}" type="presParOf" srcId="{7FA6AB2D-9BDF-41DD-BA6D-2361C8D9CF25}" destId="{42A89038-977D-47A5-AF24-FB3AC04A00F4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C6F0E4-0F11-4E62-AC61-16188841DB3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F96E68-A440-4FAD-A779-6C779A6455EC}">
      <dgm:prSet/>
      <dgm:spPr/>
      <dgm:t>
        <a:bodyPr/>
        <a:lstStyle/>
        <a:p>
          <a:r>
            <a:rPr lang="en-US"/>
            <a:t>Untuk membaca input di python dapat menggunakan perintah “input”</a:t>
          </a:r>
        </a:p>
      </dgm:t>
    </dgm:pt>
    <dgm:pt modelId="{D2746784-B6E0-49F0-8427-802EAF926F81}" type="parTrans" cxnId="{5E38918A-C689-4DFD-82FB-C491756308E1}">
      <dgm:prSet/>
      <dgm:spPr/>
      <dgm:t>
        <a:bodyPr/>
        <a:lstStyle/>
        <a:p>
          <a:endParaRPr lang="en-US"/>
        </a:p>
      </dgm:t>
    </dgm:pt>
    <dgm:pt modelId="{3F4BAA00-E126-4BD4-9351-DBC338C8D371}" type="sibTrans" cxnId="{5E38918A-C689-4DFD-82FB-C491756308E1}">
      <dgm:prSet/>
      <dgm:spPr/>
      <dgm:t>
        <a:bodyPr/>
        <a:lstStyle/>
        <a:p>
          <a:endParaRPr lang="en-US"/>
        </a:p>
      </dgm:t>
    </dgm:pt>
    <dgm:pt modelId="{A01264E5-E844-44B3-AC02-DFC83B54D675}">
      <dgm:prSet/>
      <dgm:spPr/>
      <dgm:t>
        <a:bodyPr/>
        <a:lstStyle/>
        <a:p>
          <a:r>
            <a:rPr lang="en-US"/>
            <a:t>Contoh : nama = input(“Masukkan nama anda : “)</a:t>
          </a:r>
        </a:p>
      </dgm:t>
    </dgm:pt>
    <dgm:pt modelId="{74F8735D-202E-48FE-9A66-ABBA4A12A031}" type="parTrans" cxnId="{A0C8E715-72B5-4578-A3A8-7170E1EE6DB9}">
      <dgm:prSet/>
      <dgm:spPr/>
      <dgm:t>
        <a:bodyPr/>
        <a:lstStyle/>
        <a:p>
          <a:endParaRPr lang="en-US"/>
        </a:p>
      </dgm:t>
    </dgm:pt>
    <dgm:pt modelId="{42EE8128-18D4-42CD-B5F3-F39C91BFCB12}" type="sibTrans" cxnId="{A0C8E715-72B5-4578-A3A8-7170E1EE6DB9}">
      <dgm:prSet/>
      <dgm:spPr/>
      <dgm:t>
        <a:bodyPr/>
        <a:lstStyle/>
        <a:p>
          <a:endParaRPr lang="en-US"/>
        </a:p>
      </dgm:t>
    </dgm:pt>
    <dgm:pt modelId="{DA01FC4F-11DC-4EFC-B1DE-B4F253684474}">
      <dgm:prSet/>
      <dgm:spPr/>
      <dgm:t>
        <a:bodyPr/>
        <a:lstStyle/>
        <a:p>
          <a:r>
            <a:rPr lang="en-US"/>
            <a:t>Untuk menampilkan output di python dapat menggunakan perintah “print”</a:t>
          </a:r>
        </a:p>
      </dgm:t>
    </dgm:pt>
    <dgm:pt modelId="{9D234D42-8CF0-4FFF-AF74-F5549BF65714}" type="parTrans" cxnId="{CD60E25B-A85D-4C66-97A1-EA393C36477B}">
      <dgm:prSet/>
      <dgm:spPr/>
      <dgm:t>
        <a:bodyPr/>
        <a:lstStyle/>
        <a:p>
          <a:endParaRPr lang="en-US"/>
        </a:p>
      </dgm:t>
    </dgm:pt>
    <dgm:pt modelId="{48DA6108-5434-4B89-B7A3-0D3621837E78}" type="sibTrans" cxnId="{CD60E25B-A85D-4C66-97A1-EA393C36477B}">
      <dgm:prSet/>
      <dgm:spPr/>
      <dgm:t>
        <a:bodyPr/>
        <a:lstStyle/>
        <a:p>
          <a:endParaRPr lang="en-US"/>
        </a:p>
      </dgm:t>
    </dgm:pt>
    <dgm:pt modelId="{01B99E31-EE2A-440A-8F40-61D316DCDA33}">
      <dgm:prSet/>
      <dgm:spPr/>
      <dgm:t>
        <a:bodyPr/>
        <a:lstStyle/>
        <a:p>
          <a:r>
            <a:rPr lang="en-US"/>
            <a:t>Contoh : print(“Nama saya “, nama)</a:t>
          </a:r>
        </a:p>
      </dgm:t>
    </dgm:pt>
    <dgm:pt modelId="{3D4F1FE0-AE9C-4D54-A924-585553EF5A57}" type="parTrans" cxnId="{CEA399E8-14E5-4FB2-B196-6E172D67A58C}">
      <dgm:prSet/>
      <dgm:spPr/>
      <dgm:t>
        <a:bodyPr/>
        <a:lstStyle/>
        <a:p>
          <a:endParaRPr lang="en-US"/>
        </a:p>
      </dgm:t>
    </dgm:pt>
    <dgm:pt modelId="{73B5D709-EC21-49A3-81A2-83A34462C0D1}" type="sibTrans" cxnId="{CEA399E8-14E5-4FB2-B196-6E172D67A58C}">
      <dgm:prSet/>
      <dgm:spPr/>
      <dgm:t>
        <a:bodyPr/>
        <a:lstStyle/>
        <a:p>
          <a:endParaRPr lang="en-US"/>
        </a:p>
      </dgm:t>
    </dgm:pt>
    <dgm:pt modelId="{1914B1E2-74FC-47C6-8BE5-1223157ABBF3}" type="pres">
      <dgm:prSet presAssocID="{3DC6F0E4-0F11-4E62-AC61-16188841DB32}" presName="linear" presStyleCnt="0">
        <dgm:presLayoutVars>
          <dgm:animLvl val="lvl"/>
          <dgm:resizeHandles val="exact"/>
        </dgm:presLayoutVars>
      </dgm:prSet>
      <dgm:spPr/>
    </dgm:pt>
    <dgm:pt modelId="{027F193D-C349-47E7-BC9B-1FA23C3C1E9B}" type="pres">
      <dgm:prSet presAssocID="{68F96E68-A440-4FAD-A779-6C779A6455E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EDBBAC-DE28-412B-A1A8-0B8C94A7D0FA}" type="pres">
      <dgm:prSet presAssocID="{68F96E68-A440-4FAD-A779-6C779A6455EC}" presName="childText" presStyleLbl="revTx" presStyleIdx="0" presStyleCnt="2">
        <dgm:presLayoutVars>
          <dgm:bulletEnabled val="1"/>
        </dgm:presLayoutVars>
      </dgm:prSet>
      <dgm:spPr/>
    </dgm:pt>
    <dgm:pt modelId="{B44926B6-16C9-4D26-B606-0E61EE245C82}" type="pres">
      <dgm:prSet presAssocID="{DA01FC4F-11DC-4EFC-B1DE-B4F25368447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796032C-585E-43C0-B5C7-878E8E574FA1}" type="pres">
      <dgm:prSet presAssocID="{DA01FC4F-11DC-4EFC-B1DE-B4F25368447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0C8E715-72B5-4578-A3A8-7170E1EE6DB9}" srcId="{68F96E68-A440-4FAD-A779-6C779A6455EC}" destId="{A01264E5-E844-44B3-AC02-DFC83B54D675}" srcOrd="0" destOrd="0" parTransId="{74F8735D-202E-48FE-9A66-ABBA4A12A031}" sibTransId="{42EE8128-18D4-42CD-B5F3-F39C91BFCB12}"/>
    <dgm:cxn modelId="{88F09E2B-4F21-4DAF-820F-6EFA481DE178}" type="presOf" srcId="{68F96E68-A440-4FAD-A779-6C779A6455EC}" destId="{027F193D-C349-47E7-BC9B-1FA23C3C1E9B}" srcOrd="0" destOrd="0" presId="urn:microsoft.com/office/officeart/2005/8/layout/vList2"/>
    <dgm:cxn modelId="{CD60E25B-A85D-4C66-97A1-EA393C36477B}" srcId="{3DC6F0E4-0F11-4E62-AC61-16188841DB32}" destId="{DA01FC4F-11DC-4EFC-B1DE-B4F253684474}" srcOrd="1" destOrd="0" parTransId="{9D234D42-8CF0-4FFF-AF74-F5549BF65714}" sibTransId="{48DA6108-5434-4B89-B7A3-0D3621837E78}"/>
    <dgm:cxn modelId="{A54A0D52-2BAB-4CB0-A3EF-67D7421658E9}" type="presOf" srcId="{3DC6F0E4-0F11-4E62-AC61-16188841DB32}" destId="{1914B1E2-74FC-47C6-8BE5-1223157ABBF3}" srcOrd="0" destOrd="0" presId="urn:microsoft.com/office/officeart/2005/8/layout/vList2"/>
    <dgm:cxn modelId="{5E38918A-C689-4DFD-82FB-C491756308E1}" srcId="{3DC6F0E4-0F11-4E62-AC61-16188841DB32}" destId="{68F96E68-A440-4FAD-A779-6C779A6455EC}" srcOrd="0" destOrd="0" parTransId="{D2746784-B6E0-49F0-8427-802EAF926F81}" sibTransId="{3F4BAA00-E126-4BD4-9351-DBC338C8D371}"/>
    <dgm:cxn modelId="{FB796BB3-ADEF-4718-99BC-D0B7E9A346D0}" type="presOf" srcId="{DA01FC4F-11DC-4EFC-B1DE-B4F253684474}" destId="{B44926B6-16C9-4D26-B606-0E61EE245C82}" srcOrd="0" destOrd="0" presId="urn:microsoft.com/office/officeart/2005/8/layout/vList2"/>
    <dgm:cxn modelId="{21C128CE-9F17-40BA-BD1C-389ADC284E34}" type="presOf" srcId="{A01264E5-E844-44B3-AC02-DFC83B54D675}" destId="{3DEDBBAC-DE28-412B-A1A8-0B8C94A7D0FA}" srcOrd="0" destOrd="0" presId="urn:microsoft.com/office/officeart/2005/8/layout/vList2"/>
    <dgm:cxn modelId="{CEA399E8-14E5-4FB2-B196-6E172D67A58C}" srcId="{DA01FC4F-11DC-4EFC-B1DE-B4F253684474}" destId="{01B99E31-EE2A-440A-8F40-61D316DCDA33}" srcOrd="0" destOrd="0" parTransId="{3D4F1FE0-AE9C-4D54-A924-585553EF5A57}" sibTransId="{73B5D709-EC21-49A3-81A2-83A34462C0D1}"/>
    <dgm:cxn modelId="{8AF776FF-5167-4B6F-9DB2-74452246B610}" type="presOf" srcId="{01B99E31-EE2A-440A-8F40-61D316DCDA33}" destId="{9796032C-585E-43C0-B5C7-878E8E574FA1}" srcOrd="0" destOrd="0" presId="urn:microsoft.com/office/officeart/2005/8/layout/vList2"/>
    <dgm:cxn modelId="{0C993E0C-AE60-46CA-8EEF-83DE01D1E1EC}" type="presParOf" srcId="{1914B1E2-74FC-47C6-8BE5-1223157ABBF3}" destId="{027F193D-C349-47E7-BC9B-1FA23C3C1E9B}" srcOrd="0" destOrd="0" presId="urn:microsoft.com/office/officeart/2005/8/layout/vList2"/>
    <dgm:cxn modelId="{935C49AC-07EC-4426-99AD-0E3BD1AB8CEA}" type="presParOf" srcId="{1914B1E2-74FC-47C6-8BE5-1223157ABBF3}" destId="{3DEDBBAC-DE28-412B-A1A8-0B8C94A7D0FA}" srcOrd="1" destOrd="0" presId="urn:microsoft.com/office/officeart/2005/8/layout/vList2"/>
    <dgm:cxn modelId="{4EFB0BD5-6DB0-4E23-8382-A27071519AB1}" type="presParOf" srcId="{1914B1E2-74FC-47C6-8BE5-1223157ABBF3}" destId="{B44926B6-16C9-4D26-B606-0E61EE245C82}" srcOrd="2" destOrd="0" presId="urn:microsoft.com/office/officeart/2005/8/layout/vList2"/>
    <dgm:cxn modelId="{D1E92D0E-85B9-490B-9527-FD0CA626BA82}" type="presParOf" srcId="{1914B1E2-74FC-47C6-8BE5-1223157ABBF3}" destId="{9796032C-585E-43C0-B5C7-878E8E574FA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1B1C0B-257E-4A70-A4DA-9BBB1C750A18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Direlease tahun 1991 oleh Guido van Rossum (Belanda)</a:t>
          </a:r>
        </a:p>
      </dsp:txBody>
      <dsp:txXfrm>
        <a:off x="48547" y="145256"/>
        <a:ext cx="6569739" cy="897406"/>
      </dsp:txXfrm>
    </dsp:sp>
    <dsp:sp modelId="{D068E72D-B68E-4F34-813A-560DC2EC1216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838336"/>
                <a:satOff val="-2557"/>
                <a:lumOff val="-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838336"/>
                <a:satOff val="-2557"/>
                <a:lumOff val="-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838336"/>
                <a:satOff val="-2557"/>
                <a:lumOff val="-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Bersifat open source</a:t>
          </a:r>
        </a:p>
      </dsp:txBody>
      <dsp:txXfrm>
        <a:off x="48547" y="1211756"/>
        <a:ext cx="6569739" cy="897406"/>
      </dsp:txXfrm>
    </dsp:sp>
    <dsp:sp modelId="{5373AD3C-2DD9-4062-888B-04BBB9C7DE38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Bahasa pemrograman interpreter</a:t>
          </a:r>
        </a:p>
      </dsp:txBody>
      <dsp:txXfrm>
        <a:off x="48547" y="2278257"/>
        <a:ext cx="6569739" cy="897406"/>
      </dsp:txXfrm>
    </dsp:sp>
    <dsp:sp modelId="{2CBE4916-7561-4767-9884-26D2CF1C9690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5515009"/>
                <a:satOff val="-7671"/>
                <a:lumOff val="-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515009"/>
                <a:satOff val="-7671"/>
                <a:lumOff val="-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515009"/>
                <a:satOff val="-7671"/>
                <a:lumOff val="-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Diimplementasikan di banyak hal (website, IoT, dan sebagainya)</a:t>
          </a:r>
        </a:p>
      </dsp:txBody>
      <dsp:txXfrm>
        <a:off x="48547" y="3344757"/>
        <a:ext cx="6569739" cy="897406"/>
      </dsp:txXfrm>
    </dsp:sp>
    <dsp:sp modelId="{CA678D7C-24E4-4465-82F8-563B89F2A4F0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Saat ini Python sudah release versi 3</a:t>
          </a:r>
        </a:p>
      </dsp:txBody>
      <dsp:txXfrm>
        <a:off x="48547" y="4411257"/>
        <a:ext cx="6569739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4A756-F4B6-46CF-9F74-EA01E96EF5FC}">
      <dsp:nvSpPr>
        <dsp:cNvPr id="0" name=""/>
        <dsp:cNvSpPr/>
      </dsp:nvSpPr>
      <dsp:spPr>
        <a:xfrm>
          <a:off x="0" y="682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Readibility</a:t>
          </a:r>
        </a:p>
      </dsp:txBody>
      <dsp:txXfrm>
        <a:off x="38638" y="45464"/>
        <a:ext cx="10438324" cy="714229"/>
      </dsp:txXfrm>
    </dsp:sp>
    <dsp:sp modelId="{F4936A0A-9153-41CA-AF95-194FA387FEC6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Efisien</a:t>
          </a:r>
        </a:p>
      </dsp:txBody>
      <dsp:txXfrm>
        <a:off x="38638" y="932009"/>
        <a:ext cx="10438324" cy="714229"/>
      </dsp:txXfrm>
    </dsp:sp>
    <dsp:sp modelId="{0DAA5A4B-C329-4FC3-9D13-94725FDB8FC7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Multifungsi</a:t>
          </a:r>
        </a:p>
      </dsp:txBody>
      <dsp:txXfrm>
        <a:off x="38638" y="1818554"/>
        <a:ext cx="10438324" cy="714229"/>
      </dsp:txXfrm>
    </dsp:sp>
    <dsp:sp modelId="{872C9CDD-0166-437B-8A13-518F270496A8}">
      <dsp:nvSpPr>
        <dsp:cNvPr id="0" name=""/>
        <dsp:cNvSpPr/>
      </dsp:nvSpPr>
      <dsp:spPr>
        <a:xfrm>
          <a:off x="0" y="266646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Interoperabilitas</a:t>
          </a:r>
        </a:p>
      </dsp:txBody>
      <dsp:txXfrm>
        <a:off x="38638" y="2705099"/>
        <a:ext cx="10438324" cy="714229"/>
      </dsp:txXfrm>
    </dsp:sp>
    <dsp:sp modelId="{E324F496-C7AC-476F-8A01-0337719987AE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Dukungan komunitas</a:t>
          </a:r>
        </a:p>
      </dsp:txBody>
      <dsp:txXfrm>
        <a:off x="38638" y="3591644"/>
        <a:ext cx="10438324" cy="714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A7FD1-0992-4AEE-9563-553BBB239BCF}">
      <dsp:nvSpPr>
        <dsp:cNvPr id="0" name=""/>
        <dsp:cNvSpPr/>
      </dsp:nvSpPr>
      <dsp:spPr>
        <a:xfrm>
          <a:off x="0" y="62995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Statement adalah sebuah instruksi atau kalimat perintah yang dapat dieksekusi.</a:t>
          </a:r>
        </a:p>
      </dsp:txBody>
      <dsp:txXfrm>
        <a:off x="27149" y="90144"/>
        <a:ext cx="6612535" cy="501854"/>
      </dsp:txXfrm>
    </dsp:sp>
    <dsp:sp modelId="{C2ACCB2B-DC99-4C4D-8F9C-B2C265D0E057}">
      <dsp:nvSpPr>
        <dsp:cNvPr id="0" name=""/>
        <dsp:cNvSpPr/>
      </dsp:nvSpPr>
      <dsp:spPr>
        <a:xfrm>
          <a:off x="0" y="659467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181920"/>
                <a:satOff val="-10491"/>
                <a:lumOff val="10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81920"/>
                <a:satOff val="-10491"/>
                <a:lumOff val="10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81920"/>
                <a:satOff val="-10491"/>
                <a:lumOff val="10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Tidak diakhiri tanda titik koma</a:t>
          </a:r>
        </a:p>
      </dsp:txBody>
      <dsp:txXfrm>
        <a:off x="27149" y="686616"/>
        <a:ext cx="6612535" cy="501854"/>
      </dsp:txXfrm>
    </dsp:sp>
    <dsp:sp modelId="{BDE10D90-C34B-46B9-A4FC-C35115E17E5C}">
      <dsp:nvSpPr>
        <dsp:cNvPr id="0" name=""/>
        <dsp:cNvSpPr/>
      </dsp:nvSpPr>
      <dsp:spPr>
        <a:xfrm>
          <a:off x="0" y="1255939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Statement dinyatakan dalam satu baris</a:t>
          </a:r>
        </a:p>
      </dsp:txBody>
      <dsp:txXfrm>
        <a:off x="27149" y="1283088"/>
        <a:ext cx="6612535" cy="501854"/>
      </dsp:txXfrm>
    </dsp:sp>
    <dsp:sp modelId="{F031D4F7-37B3-471C-9E0D-F49921BAC462}">
      <dsp:nvSpPr>
        <dsp:cNvPr id="0" name=""/>
        <dsp:cNvSpPr/>
      </dsp:nvSpPr>
      <dsp:spPr>
        <a:xfrm>
          <a:off x="0" y="1852411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545761"/>
                <a:satOff val="-31473"/>
                <a:lumOff val="32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45761"/>
                <a:satOff val="-31473"/>
                <a:lumOff val="32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45761"/>
                <a:satOff val="-31473"/>
                <a:lumOff val="32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Jika satu statement diharuskan lebih dari satu baris, dapat menggunakan tanda backslash “\”</a:t>
          </a:r>
        </a:p>
      </dsp:txBody>
      <dsp:txXfrm>
        <a:off x="27149" y="1879560"/>
        <a:ext cx="6612535" cy="501854"/>
      </dsp:txXfrm>
    </dsp:sp>
    <dsp:sp modelId="{A43E7A74-0F14-413B-A42D-DBC280682144}">
      <dsp:nvSpPr>
        <dsp:cNvPr id="0" name=""/>
        <dsp:cNvSpPr/>
      </dsp:nvSpPr>
      <dsp:spPr>
        <a:xfrm>
          <a:off x="0" y="2448883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Statement yang ada di dalam atau diapit tanda kurung seperti “[], {}, ()” tidak memerlukan tanda backslash “\”</a:t>
          </a:r>
        </a:p>
      </dsp:txBody>
      <dsp:txXfrm>
        <a:off x="27149" y="2476032"/>
        <a:ext cx="6612535" cy="501854"/>
      </dsp:txXfrm>
    </dsp:sp>
    <dsp:sp modelId="{8149C14A-363F-44A1-8856-D80C0C2CEB74}">
      <dsp:nvSpPr>
        <dsp:cNvPr id="0" name=""/>
        <dsp:cNvSpPr/>
      </dsp:nvSpPr>
      <dsp:spPr>
        <a:xfrm>
          <a:off x="0" y="3045356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909602"/>
                <a:satOff val="-52455"/>
                <a:lumOff val="5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09602"/>
                <a:satOff val="-52455"/>
                <a:lumOff val="5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09602"/>
                <a:satOff val="-52455"/>
                <a:lumOff val="5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Menggunakan indentasi sebagai penanda blok</a:t>
          </a:r>
        </a:p>
      </dsp:txBody>
      <dsp:txXfrm>
        <a:off x="27149" y="3072505"/>
        <a:ext cx="6612535" cy="501854"/>
      </dsp:txXfrm>
    </dsp:sp>
    <dsp:sp modelId="{54BC5AD6-AF61-47C2-BA86-AF8F11975E7E}">
      <dsp:nvSpPr>
        <dsp:cNvPr id="0" name=""/>
        <dsp:cNvSpPr/>
      </dsp:nvSpPr>
      <dsp:spPr>
        <a:xfrm>
          <a:off x="0" y="3641828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Menggunakan tanda ‘, “, atau “”” untuk menandakan string</a:t>
          </a:r>
        </a:p>
      </dsp:txBody>
      <dsp:txXfrm>
        <a:off x="27149" y="3668977"/>
        <a:ext cx="6612535" cy="501854"/>
      </dsp:txXfrm>
    </dsp:sp>
    <dsp:sp modelId="{11250D40-9162-4775-8EA5-FB2BCB8809C3}">
      <dsp:nvSpPr>
        <dsp:cNvPr id="0" name=""/>
        <dsp:cNvSpPr/>
      </dsp:nvSpPr>
      <dsp:spPr>
        <a:xfrm>
          <a:off x="0" y="4238300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1273443"/>
                <a:satOff val="-73437"/>
                <a:lumOff val="75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73443"/>
                <a:satOff val="-73437"/>
                <a:lumOff val="75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73443"/>
                <a:satOff val="-73437"/>
                <a:lumOff val="75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Bersifat case sensitif</a:t>
          </a:r>
        </a:p>
      </dsp:txBody>
      <dsp:txXfrm>
        <a:off x="27149" y="4265449"/>
        <a:ext cx="6612535" cy="501854"/>
      </dsp:txXfrm>
    </dsp:sp>
    <dsp:sp modelId="{42A89038-977D-47A5-AF24-FB3AC04A00F4}">
      <dsp:nvSpPr>
        <dsp:cNvPr id="0" name=""/>
        <dsp:cNvSpPr/>
      </dsp:nvSpPr>
      <dsp:spPr>
        <a:xfrm>
          <a:off x="0" y="4834772"/>
          <a:ext cx="6666833" cy="556152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Menggunakan tanda “#” untuk komentar</a:t>
          </a:r>
        </a:p>
      </dsp:txBody>
      <dsp:txXfrm>
        <a:off x="27149" y="4861921"/>
        <a:ext cx="6612535" cy="501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F193D-C349-47E7-BC9B-1FA23C3C1E9B}">
      <dsp:nvSpPr>
        <dsp:cNvPr id="0" name=""/>
        <dsp:cNvSpPr/>
      </dsp:nvSpPr>
      <dsp:spPr>
        <a:xfrm>
          <a:off x="0" y="11434"/>
          <a:ext cx="6666833" cy="1979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Untuk membaca input di python dapat menggunakan perintah “input”</a:t>
          </a:r>
        </a:p>
      </dsp:txBody>
      <dsp:txXfrm>
        <a:off x="96638" y="108072"/>
        <a:ext cx="6473557" cy="1786364"/>
      </dsp:txXfrm>
    </dsp:sp>
    <dsp:sp modelId="{3DEDBBAC-DE28-412B-A1A8-0B8C94A7D0FA}">
      <dsp:nvSpPr>
        <dsp:cNvPr id="0" name=""/>
        <dsp:cNvSpPr/>
      </dsp:nvSpPr>
      <dsp:spPr>
        <a:xfrm>
          <a:off x="0" y="1991074"/>
          <a:ext cx="6666833" cy="875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Contoh : nama = input(“Masukkan nama anda : “)</a:t>
          </a:r>
        </a:p>
      </dsp:txBody>
      <dsp:txXfrm>
        <a:off x="0" y="1991074"/>
        <a:ext cx="6666833" cy="875610"/>
      </dsp:txXfrm>
    </dsp:sp>
    <dsp:sp modelId="{B44926B6-16C9-4D26-B606-0E61EE245C82}">
      <dsp:nvSpPr>
        <dsp:cNvPr id="0" name=""/>
        <dsp:cNvSpPr/>
      </dsp:nvSpPr>
      <dsp:spPr>
        <a:xfrm>
          <a:off x="0" y="2866684"/>
          <a:ext cx="6666833" cy="197964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Untuk menampilkan output di python dapat menggunakan perintah “print”</a:t>
          </a:r>
        </a:p>
      </dsp:txBody>
      <dsp:txXfrm>
        <a:off x="96638" y="2963322"/>
        <a:ext cx="6473557" cy="1786364"/>
      </dsp:txXfrm>
    </dsp:sp>
    <dsp:sp modelId="{9796032C-585E-43C0-B5C7-878E8E574FA1}">
      <dsp:nvSpPr>
        <dsp:cNvPr id="0" name=""/>
        <dsp:cNvSpPr/>
      </dsp:nvSpPr>
      <dsp:spPr>
        <a:xfrm>
          <a:off x="0" y="4846325"/>
          <a:ext cx="6666833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/>
            <a:t>Contoh : print(“Nama saya “, nama)</a:t>
          </a:r>
        </a:p>
      </dsp:txBody>
      <dsp:txXfrm>
        <a:off x="0" y="4846325"/>
        <a:ext cx="6666833" cy="596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Dasar Pemrograman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Tentang Python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9953B9-97BA-C836-FBB6-A65FD149F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414775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Keunggulan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A5D7F1-7E2A-FBDA-3BFA-17B9E2FE1F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Aturan Penulisan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649F48-54D4-8E24-6370-5E14658A6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0133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Membaca Input dan Menampilkan Output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F36C8A3-6F96-7B02-7B92-828E392DE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6233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FLowchart</a:t>
            </a: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</p:nvPr>
        </p:nvGraphicFramePr>
        <p:xfrm>
          <a:off x="5023485" y="1582420"/>
          <a:ext cx="2144395" cy="491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61745" imgH="2893695" progId="Visio.Drawing.15">
                  <p:embed/>
                </p:oleObj>
              </mc:Choice>
              <mc:Fallback>
                <p:oleObj r:id="rId2" imgW="1261745" imgH="2893695" progId="Visio.Drawing.15">
                  <p:embed/>
                  <p:pic>
                    <p:nvPicPr>
                      <p:cNvPr id="0" name="Picture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23485" y="1582420"/>
                        <a:ext cx="2144395" cy="4918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/>
              <a:t>Program HitungLuasPersegiPanjang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Deskripsi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var luas, panjang, lebar;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Algoritma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</a:rPr>
              <a:t>read(panjang); {diinput user}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read(lebar); {diinput user}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luas &lt;-- panjang * lebar;</a:t>
            </a:r>
          </a:p>
          <a:p>
            <a:pPr marL="0" algn="l">
              <a:buClrTx/>
              <a:buSzTx/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write(luas);</a:t>
            </a:r>
            <a:endParaRPr lang="en-US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Kode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input("Masukkan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")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lebar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input("Masukkan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lebar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")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luas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int(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) * int(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lebar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print("Luas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persegi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panjang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adalah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 = ",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</a:rPr>
              <a:t>luas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Terima Kasih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266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Visio.Drawing.15</vt:lpstr>
      <vt:lpstr>Dasar Pemrograman Python</vt:lpstr>
      <vt:lpstr>Tentang Python</vt:lpstr>
      <vt:lpstr>Keunggulan</vt:lpstr>
      <vt:lpstr>Aturan Penulisan Statement</vt:lpstr>
      <vt:lpstr>Membaca Input dan Menampilkan Output</vt:lpstr>
      <vt:lpstr>FLowchart</vt:lpstr>
      <vt:lpstr>Pseudocode</vt:lpstr>
      <vt:lpstr>Kode Program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16</cp:revision>
  <dcterms:created xsi:type="dcterms:W3CDTF">2022-09-14T00:04:00Z</dcterms:created>
  <dcterms:modified xsi:type="dcterms:W3CDTF">2025-09-15T05:08:49Z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8A4313F5E5594CB8A34DF1021023203B</vt:lpwstr>
  </property>
  <property fmtid="{D5CDD505-2E9C-101B-9397-08002B2CF9AE}" pid="3" name="KSOProductBuildVer">
    <vt:lpwstr>1033-11.2.0.11225</vt:lpwstr>
  </property>
</Properties>
</file>