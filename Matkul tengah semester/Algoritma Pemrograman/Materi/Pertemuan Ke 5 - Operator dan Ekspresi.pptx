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89" r:id="rId6"/>
    <p:sldId id="290" r:id="rId7"/>
    <p:sldId id="291" r:id="rId8"/>
    <p:sldId id="292" r:id="rId9"/>
    <p:sldId id="29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D3C37D-2069-4F02-8F7E-004A7342887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7E6A7C-FB3C-487C-A1B9-20BD931ED224}">
      <dgm:prSet/>
      <dgm:spPr/>
      <dgm:t>
        <a:bodyPr/>
        <a:lstStyle/>
        <a:p>
          <a:r>
            <a:rPr lang="en-US"/>
            <a:t>Digunakan untuk memanipulasi nilai suatu variabel</a:t>
          </a:r>
        </a:p>
      </dgm:t>
    </dgm:pt>
    <dgm:pt modelId="{44F88320-9C7B-4773-AE5B-11AE85411418}" type="parTrans" cxnId="{83B0A30A-D588-4F97-A1A8-B47E0BF5F59A}">
      <dgm:prSet/>
      <dgm:spPr/>
      <dgm:t>
        <a:bodyPr/>
        <a:lstStyle/>
        <a:p>
          <a:endParaRPr lang="en-US"/>
        </a:p>
      </dgm:t>
    </dgm:pt>
    <dgm:pt modelId="{722999AC-78BC-4421-BEB0-E61F5B1EDCBB}" type="sibTrans" cxnId="{83B0A30A-D588-4F97-A1A8-B47E0BF5F59A}">
      <dgm:prSet/>
      <dgm:spPr/>
      <dgm:t>
        <a:bodyPr/>
        <a:lstStyle/>
        <a:p>
          <a:endParaRPr lang="en-US"/>
        </a:p>
      </dgm:t>
    </dgm:pt>
    <dgm:pt modelId="{A1A3AB84-2FAC-4B6E-B0B2-0B224F80D14A}">
      <dgm:prSet/>
      <dgm:spPr/>
      <dgm:t>
        <a:bodyPr/>
        <a:lstStyle/>
        <a:p>
          <a:r>
            <a:rPr lang="en-US"/>
            <a:t>Nilai atau variabel yang nilainya dimodifikasi oleh operator disebut operand</a:t>
          </a:r>
        </a:p>
      </dgm:t>
    </dgm:pt>
    <dgm:pt modelId="{F0A13CAF-DB9D-4434-8D4B-402970A80516}" type="parTrans" cxnId="{2FD003BC-C8B5-476D-9EFC-D70CE7613B31}">
      <dgm:prSet/>
      <dgm:spPr/>
      <dgm:t>
        <a:bodyPr/>
        <a:lstStyle/>
        <a:p>
          <a:endParaRPr lang="en-US"/>
        </a:p>
      </dgm:t>
    </dgm:pt>
    <dgm:pt modelId="{4E969A5A-5974-4330-9677-44F3730B9317}" type="sibTrans" cxnId="{2FD003BC-C8B5-476D-9EFC-D70CE7613B31}">
      <dgm:prSet/>
      <dgm:spPr/>
      <dgm:t>
        <a:bodyPr/>
        <a:lstStyle/>
        <a:p>
          <a:endParaRPr lang="en-US"/>
        </a:p>
      </dgm:t>
    </dgm:pt>
    <dgm:pt modelId="{25BA8561-1D79-487E-8A8C-7E9B62C0DD43}">
      <dgm:prSet/>
      <dgm:spPr/>
      <dgm:t>
        <a:bodyPr/>
        <a:lstStyle/>
        <a:p>
          <a:r>
            <a:rPr lang="en-US"/>
            <a:t>25 * 4 = 100</a:t>
          </a:r>
        </a:p>
      </dgm:t>
    </dgm:pt>
    <dgm:pt modelId="{A1307D3E-3236-41B3-A3C3-844307E76BD3}" type="parTrans" cxnId="{37D43D8A-BA91-4403-AA28-06D70D455E9F}">
      <dgm:prSet/>
      <dgm:spPr/>
      <dgm:t>
        <a:bodyPr/>
        <a:lstStyle/>
        <a:p>
          <a:endParaRPr lang="en-US"/>
        </a:p>
      </dgm:t>
    </dgm:pt>
    <dgm:pt modelId="{92C4DFA6-4331-4BFC-AA78-F81CE5947CED}" type="sibTrans" cxnId="{37D43D8A-BA91-4403-AA28-06D70D455E9F}">
      <dgm:prSet/>
      <dgm:spPr/>
      <dgm:t>
        <a:bodyPr/>
        <a:lstStyle/>
        <a:p>
          <a:endParaRPr lang="en-US"/>
        </a:p>
      </dgm:t>
    </dgm:pt>
    <dgm:pt modelId="{71C3C94D-2BD9-4685-8F1B-2DE6EA3C4DCF}">
      <dgm:prSet/>
      <dgm:spPr/>
      <dgm:t>
        <a:bodyPr/>
        <a:lstStyle/>
        <a:p>
          <a:r>
            <a:rPr lang="en-US" dirty="0"/>
            <a:t>“25 * 4 = 100” </a:t>
          </a:r>
          <a:r>
            <a:rPr lang="en-US" dirty="0" err="1"/>
            <a:t>disebut</a:t>
          </a:r>
          <a:r>
            <a:rPr lang="en-US" dirty="0"/>
            <a:t> </a:t>
          </a:r>
          <a:r>
            <a:rPr lang="en-US" dirty="0" err="1"/>
            <a:t>ekspresi</a:t>
          </a:r>
          <a:endParaRPr lang="en-US" dirty="0"/>
        </a:p>
      </dgm:t>
    </dgm:pt>
    <dgm:pt modelId="{6392FD07-61BB-4184-B9C0-9F30ACCE3782}" type="parTrans" cxnId="{8D86C012-3930-4385-979C-623CC29029A9}">
      <dgm:prSet/>
      <dgm:spPr/>
      <dgm:t>
        <a:bodyPr/>
        <a:lstStyle/>
        <a:p>
          <a:endParaRPr lang="en-US"/>
        </a:p>
      </dgm:t>
    </dgm:pt>
    <dgm:pt modelId="{57F7A9D4-F4B3-4168-838D-E06D88BBA262}" type="sibTrans" cxnId="{8D86C012-3930-4385-979C-623CC29029A9}">
      <dgm:prSet/>
      <dgm:spPr/>
      <dgm:t>
        <a:bodyPr/>
        <a:lstStyle/>
        <a:p>
          <a:endParaRPr lang="en-US"/>
        </a:p>
      </dgm:t>
    </dgm:pt>
    <dgm:pt modelId="{05810AD5-6EF0-4643-A04B-1ED180BA0EA2}">
      <dgm:prSet/>
      <dgm:spPr/>
      <dgm:t>
        <a:bodyPr/>
        <a:lstStyle/>
        <a:p>
          <a:r>
            <a:rPr lang="en-US" dirty="0"/>
            <a:t>“25” dan “4” </a:t>
          </a:r>
          <a:r>
            <a:rPr lang="en-US" dirty="0" err="1"/>
            <a:t>disebut</a:t>
          </a:r>
          <a:r>
            <a:rPr lang="en-US" dirty="0"/>
            <a:t> operand</a:t>
          </a:r>
        </a:p>
      </dgm:t>
    </dgm:pt>
    <dgm:pt modelId="{4B5C17A3-3338-49D7-866C-A3966015E4E8}" type="parTrans" cxnId="{77F04918-ECBF-47B5-AEDE-0AEB42B734A6}">
      <dgm:prSet/>
      <dgm:spPr/>
      <dgm:t>
        <a:bodyPr/>
        <a:lstStyle/>
        <a:p>
          <a:endParaRPr lang="en-US"/>
        </a:p>
      </dgm:t>
    </dgm:pt>
    <dgm:pt modelId="{FBFAB2C8-1CD2-49C7-A800-F1D155853F60}" type="sibTrans" cxnId="{77F04918-ECBF-47B5-AEDE-0AEB42B734A6}">
      <dgm:prSet/>
      <dgm:spPr/>
      <dgm:t>
        <a:bodyPr/>
        <a:lstStyle/>
        <a:p>
          <a:endParaRPr lang="en-US"/>
        </a:p>
      </dgm:t>
    </dgm:pt>
    <dgm:pt modelId="{77B0ADC5-9BD5-4684-97BF-F75BA4CB615F}">
      <dgm:prSet/>
      <dgm:spPr/>
      <dgm:t>
        <a:bodyPr/>
        <a:lstStyle/>
        <a:p>
          <a:r>
            <a:rPr lang="en-US" dirty="0"/>
            <a:t>“*” dan “=” </a:t>
          </a:r>
          <a:r>
            <a:rPr lang="en-US" dirty="0" err="1"/>
            <a:t>disebut</a:t>
          </a:r>
          <a:r>
            <a:rPr lang="en-US" dirty="0"/>
            <a:t> operator</a:t>
          </a:r>
        </a:p>
      </dgm:t>
    </dgm:pt>
    <dgm:pt modelId="{E8DAD4A4-F9DC-4BAE-B1C3-41E6EBFFA5FE}" type="parTrans" cxnId="{6A556014-033C-401B-B062-840382EB1089}">
      <dgm:prSet/>
      <dgm:spPr/>
      <dgm:t>
        <a:bodyPr/>
        <a:lstStyle/>
        <a:p>
          <a:endParaRPr lang="en-US"/>
        </a:p>
      </dgm:t>
    </dgm:pt>
    <dgm:pt modelId="{8B47E4A2-A515-47C5-8155-D8B378C08E69}" type="sibTrans" cxnId="{6A556014-033C-401B-B062-840382EB1089}">
      <dgm:prSet/>
      <dgm:spPr/>
      <dgm:t>
        <a:bodyPr/>
        <a:lstStyle/>
        <a:p>
          <a:endParaRPr lang="en-US"/>
        </a:p>
      </dgm:t>
    </dgm:pt>
    <dgm:pt modelId="{6BB20D79-3A10-4981-9612-24F2877EFFAE}" type="pres">
      <dgm:prSet presAssocID="{8FD3C37D-2069-4F02-8F7E-004A7342887C}" presName="linear" presStyleCnt="0">
        <dgm:presLayoutVars>
          <dgm:animLvl val="lvl"/>
          <dgm:resizeHandles val="exact"/>
        </dgm:presLayoutVars>
      </dgm:prSet>
      <dgm:spPr/>
    </dgm:pt>
    <dgm:pt modelId="{EBE66093-1BA5-4951-BAA1-C80460F6FCB2}" type="pres">
      <dgm:prSet presAssocID="{AC7E6A7C-FB3C-487C-A1B9-20BD931ED22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2BFFC0F-8040-4CBB-B48E-2012F31A5A45}" type="pres">
      <dgm:prSet presAssocID="{722999AC-78BC-4421-BEB0-E61F5B1EDCBB}" presName="spacer" presStyleCnt="0"/>
      <dgm:spPr/>
    </dgm:pt>
    <dgm:pt modelId="{266083DB-8B30-4E0F-9A4F-59CF72466E9D}" type="pres">
      <dgm:prSet presAssocID="{A1A3AB84-2FAC-4B6E-B0B2-0B224F80D14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5E882A8-1D51-459E-9DC5-EADC937FC444}" type="pres">
      <dgm:prSet presAssocID="{4E969A5A-5974-4330-9677-44F3730B9317}" presName="spacer" presStyleCnt="0"/>
      <dgm:spPr/>
    </dgm:pt>
    <dgm:pt modelId="{7A8F6236-F623-4412-A447-4EC4DA5E1651}" type="pres">
      <dgm:prSet presAssocID="{25BA8561-1D79-487E-8A8C-7E9B62C0DD4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A710843-9694-4766-8D08-02D28BF3ED68}" type="pres">
      <dgm:prSet presAssocID="{92C4DFA6-4331-4BFC-AA78-F81CE5947CED}" presName="spacer" presStyleCnt="0"/>
      <dgm:spPr/>
    </dgm:pt>
    <dgm:pt modelId="{6CD6EED8-C50D-4DA5-827D-180F4F56C5BC}" type="pres">
      <dgm:prSet presAssocID="{71C3C94D-2BD9-4685-8F1B-2DE6EA3C4DC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66047F8-9A38-47F9-AF26-624AE5F8BBD1}" type="pres">
      <dgm:prSet presAssocID="{57F7A9D4-F4B3-4168-838D-E06D88BBA262}" presName="spacer" presStyleCnt="0"/>
      <dgm:spPr/>
    </dgm:pt>
    <dgm:pt modelId="{B3044925-2457-41DF-9792-42E910C43674}" type="pres">
      <dgm:prSet presAssocID="{05810AD5-6EF0-4643-A04B-1ED180BA0EA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57E6F4C-266B-49DE-9449-1C01AC11352D}" type="pres">
      <dgm:prSet presAssocID="{FBFAB2C8-1CD2-49C7-A800-F1D155853F60}" presName="spacer" presStyleCnt="0"/>
      <dgm:spPr/>
    </dgm:pt>
    <dgm:pt modelId="{71351122-4392-4C08-93F3-FB584B30FD9E}" type="pres">
      <dgm:prSet presAssocID="{77B0ADC5-9BD5-4684-97BF-F75BA4CB615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3B0A30A-D588-4F97-A1A8-B47E0BF5F59A}" srcId="{8FD3C37D-2069-4F02-8F7E-004A7342887C}" destId="{AC7E6A7C-FB3C-487C-A1B9-20BD931ED224}" srcOrd="0" destOrd="0" parTransId="{44F88320-9C7B-4773-AE5B-11AE85411418}" sibTransId="{722999AC-78BC-4421-BEB0-E61F5B1EDCBB}"/>
    <dgm:cxn modelId="{C9794D12-50F0-4EB1-89BA-64EC6B76F1F7}" type="presOf" srcId="{05810AD5-6EF0-4643-A04B-1ED180BA0EA2}" destId="{B3044925-2457-41DF-9792-42E910C43674}" srcOrd="0" destOrd="0" presId="urn:microsoft.com/office/officeart/2005/8/layout/vList2"/>
    <dgm:cxn modelId="{8D86C012-3930-4385-979C-623CC29029A9}" srcId="{8FD3C37D-2069-4F02-8F7E-004A7342887C}" destId="{71C3C94D-2BD9-4685-8F1B-2DE6EA3C4DCF}" srcOrd="3" destOrd="0" parTransId="{6392FD07-61BB-4184-B9C0-9F30ACCE3782}" sibTransId="{57F7A9D4-F4B3-4168-838D-E06D88BBA262}"/>
    <dgm:cxn modelId="{6A556014-033C-401B-B062-840382EB1089}" srcId="{8FD3C37D-2069-4F02-8F7E-004A7342887C}" destId="{77B0ADC5-9BD5-4684-97BF-F75BA4CB615F}" srcOrd="5" destOrd="0" parTransId="{E8DAD4A4-F9DC-4BAE-B1C3-41E6EBFFA5FE}" sibTransId="{8B47E4A2-A515-47C5-8155-D8B378C08E69}"/>
    <dgm:cxn modelId="{77F04918-ECBF-47B5-AEDE-0AEB42B734A6}" srcId="{8FD3C37D-2069-4F02-8F7E-004A7342887C}" destId="{05810AD5-6EF0-4643-A04B-1ED180BA0EA2}" srcOrd="4" destOrd="0" parTransId="{4B5C17A3-3338-49D7-866C-A3966015E4E8}" sibTransId="{FBFAB2C8-1CD2-49C7-A800-F1D155853F60}"/>
    <dgm:cxn modelId="{8C093819-81B6-42B7-AB9F-C0ADEE9504EA}" type="presOf" srcId="{71C3C94D-2BD9-4685-8F1B-2DE6EA3C4DCF}" destId="{6CD6EED8-C50D-4DA5-827D-180F4F56C5BC}" srcOrd="0" destOrd="0" presId="urn:microsoft.com/office/officeart/2005/8/layout/vList2"/>
    <dgm:cxn modelId="{14C48D3C-817F-4783-B62D-151C15ADE1C1}" type="presOf" srcId="{A1A3AB84-2FAC-4B6E-B0B2-0B224F80D14A}" destId="{266083DB-8B30-4E0F-9A4F-59CF72466E9D}" srcOrd="0" destOrd="0" presId="urn:microsoft.com/office/officeart/2005/8/layout/vList2"/>
    <dgm:cxn modelId="{ECA27B51-06BD-4F30-93F2-2BDC6C47F3A1}" type="presOf" srcId="{25BA8561-1D79-487E-8A8C-7E9B62C0DD43}" destId="{7A8F6236-F623-4412-A447-4EC4DA5E1651}" srcOrd="0" destOrd="0" presId="urn:microsoft.com/office/officeart/2005/8/layout/vList2"/>
    <dgm:cxn modelId="{2C34065A-BA93-4F1D-A9AA-74E72CA85839}" type="presOf" srcId="{77B0ADC5-9BD5-4684-97BF-F75BA4CB615F}" destId="{71351122-4392-4C08-93F3-FB584B30FD9E}" srcOrd="0" destOrd="0" presId="urn:microsoft.com/office/officeart/2005/8/layout/vList2"/>
    <dgm:cxn modelId="{37D43D8A-BA91-4403-AA28-06D70D455E9F}" srcId="{8FD3C37D-2069-4F02-8F7E-004A7342887C}" destId="{25BA8561-1D79-487E-8A8C-7E9B62C0DD43}" srcOrd="2" destOrd="0" parTransId="{A1307D3E-3236-41B3-A3C3-844307E76BD3}" sibTransId="{92C4DFA6-4331-4BFC-AA78-F81CE5947CED}"/>
    <dgm:cxn modelId="{35DA49A4-CAC5-4D54-9798-C914878368D5}" type="presOf" srcId="{8FD3C37D-2069-4F02-8F7E-004A7342887C}" destId="{6BB20D79-3A10-4981-9612-24F2877EFFAE}" srcOrd="0" destOrd="0" presId="urn:microsoft.com/office/officeart/2005/8/layout/vList2"/>
    <dgm:cxn modelId="{FA46C5B9-A0A8-42C5-B764-958148336444}" type="presOf" srcId="{AC7E6A7C-FB3C-487C-A1B9-20BD931ED224}" destId="{EBE66093-1BA5-4951-BAA1-C80460F6FCB2}" srcOrd="0" destOrd="0" presId="urn:microsoft.com/office/officeart/2005/8/layout/vList2"/>
    <dgm:cxn modelId="{2FD003BC-C8B5-476D-9EFC-D70CE7613B31}" srcId="{8FD3C37D-2069-4F02-8F7E-004A7342887C}" destId="{A1A3AB84-2FAC-4B6E-B0B2-0B224F80D14A}" srcOrd="1" destOrd="0" parTransId="{F0A13CAF-DB9D-4434-8D4B-402970A80516}" sibTransId="{4E969A5A-5974-4330-9677-44F3730B9317}"/>
    <dgm:cxn modelId="{4ECA53BB-BECF-4153-BEAF-3D47FB44EEB5}" type="presParOf" srcId="{6BB20D79-3A10-4981-9612-24F2877EFFAE}" destId="{EBE66093-1BA5-4951-BAA1-C80460F6FCB2}" srcOrd="0" destOrd="0" presId="urn:microsoft.com/office/officeart/2005/8/layout/vList2"/>
    <dgm:cxn modelId="{1C546F99-58CE-4B72-965B-5517235739C3}" type="presParOf" srcId="{6BB20D79-3A10-4981-9612-24F2877EFFAE}" destId="{22BFFC0F-8040-4CBB-B48E-2012F31A5A45}" srcOrd="1" destOrd="0" presId="urn:microsoft.com/office/officeart/2005/8/layout/vList2"/>
    <dgm:cxn modelId="{4FDD6BE8-E810-4C83-8D44-2B399EA2DB64}" type="presParOf" srcId="{6BB20D79-3A10-4981-9612-24F2877EFFAE}" destId="{266083DB-8B30-4E0F-9A4F-59CF72466E9D}" srcOrd="2" destOrd="0" presId="urn:microsoft.com/office/officeart/2005/8/layout/vList2"/>
    <dgm:cxn modelId="{79480E26-0DBC-40E7-9518-87214E6D4244}" type="presParOf" srcId="{6BB20D79-3A10-4981-9612-24F2877EFFAE}" destId="{A5E882A8-1D51-459E-9DC5-EADC937FC444}" srcOrd="3" destOrd="0" presId="urn:microsoft.com/office/officeart/2005/8/layout/vList2"/>
    <dgm:cxn modelId="{D163A208-A8C2-4A88-AE10-B4297456E68B}" type="presParOf" srcId="{6BB20D79-3A10-4981-9612-24F2877EFFAE}" destId="{7A8F6236-F623-4412-A447-4EC4DA5E1651}" srcOrd="4" destOrd="0" presId="urn:microsoft.com/office/officeart/2005/8/layout/vList2"/>
    <dgm:cxn modelId="{E9DF2B26-2860-4481-9A54-18718552BBAF}" type="presParOf" srcId="{6BB20D79-3A10-4981-9612-24F2877EFFAE}" destId="{4A710843-9694-4766-8D08-02D28BF3ED68}" srcOrd="5" destOrd="0" presId="urn:microsoft.com/office/officeart/2005/8/layout/vList2"/>
    <dgm:cxn modelId="{CEF8359A-5290-4028-BDF9-4DDC55277F40}" type="presParOf" srcId="{6BB20D79-3A10-4981-9612-24F2877EFFAE}" destId="{6CD6EED8-C50D-4DA5-827D-180F4F56C5BC}" srcOrd="6" destOrd="0" presId="urn:microsoft.com/office/officeart/2005/8/layout/vList2"/>
    <dgm:cxn modelId="{B283A564-BB35-4FF6-894E-6E91A51B52C5}" type="presParOf" srcId="{6BB20D79-3A10-4981-9612-24F2877EFFAE}" destId="{266047F8-9A38-47F9-AF26-624AE5F8BBD1}" srcOrd="7" destOrd="0" presId="urn:microsoft.com/office/officeart/2005/8/layout/vList2"/>
    <dgm:cxn modelId="{03F738B8-FEC8-4D7B-AD5C-6855E026136F}" type="presParOf" srcId="{6BB20D79-3A10-4981-9612-24F2877EFFAE}" destId="{B3044925-2457-41DF-9792-42E910C43674}" srcOrd="8" destOrd="0" presId="urn:microsoft.com/office/officeart/2005/8/layout/vList2"/>
    <dgm:cxn modelId="{49FB1918-62A3-4445-B77A-B2B076543045}" type="presParOf" srcId="{6BB20D79-3A10-4981-9612-24F2877EFFAE}" destId="{E57E6F4C-266B-49DE-9449-1C01AC11352D}" srcOrd="9" destOrd="0" presId="urn:microsoft.com/office/officeart/2005/8/layout/vList2"/>
    <dgm:cxn modelId="{CD206F99-0EB5-47B4-8532-59654EEFED0D}" type="presParOf" srcId="{6BB20D79-3A10-4981-9612-24F2877EFFAE}" destId="{71351122-4392-4C08-93F3-FB584B30FD9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510E3E-B076-4583-8FB1-4F34A7DCE3D2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EF5EABD-C25F-4639-9BE0-86FD7B6E12CA}">
      <dgm:prSet/>
      <dgm:spPr/>
      <dgm:t>
        <a:bodyPr/>
        <a:lstStyle/>
        <a:p>
          <a:r>
            <a:rPr lang="en-US" i="1"/>
            <a:t>Arithmatic Operator</a:t>
          </a:r>
          <a:endParaRPr lang="en-US"/>
        </a:p>
      </dgm:t>
    </dgm:pt>
    <dgm:pt modelId="{B3E1BD17-C158-40EF-A17B-39D317B6C62B}" type="parTrans" cxnId="{1FFBFA19-8C07-4208-8F35-C23D57713190}">
      <dgm:prSet/>
      <dgm:spPr/>
      <dgm:t>
        <a:bodyPr/>
        <a:lstStyle/>
        <a:p>
          <a:endParaRPr lang="en-US"/>
        </a:p>
      </dgm:t>
    </dgm:pt>
    <dgm:pt modelId="{E364D27A-3480-4F10-B157-426CC94B3FFA}" type="sibTrans" cxnId="{1FFBFA19-8C07-4208-8F35-C23D57713190}">
      <dgm:prSet/>
      <dgm:spPr/>
      <dgm:t>
        <a:bodyPr/>
        <a:lstStyle/>
        <a:p>
          <a:endParaRPr lang="en-US"/>
        </a:p>
      </dgm:t>
    </dgm:pt>
    <dgm:pt modelId="{A2CE21D1-7AF2-400D-97E8-F3F9AB34BDB4}">
      <dgm:prSet/>
      <dgm:spPr/>
      <dgm:t>
        <a:bodyPr/>
        <a:lstStyle/>
        <a:p>
          <a:r>
            <a:rPr lang="en-US" i="1"/>
            <a:t>Assignment Operator</a:t>
          </a:r>
          <a:endParaRPr lang="en-US"/>
        </a:p>
      </dgm:t>
    </dgm:pt>
    <dgm:pt modelId="{C63FD893-C024-4006-83BD-41FF13E0C548}" type="parTrans" cxnId="{2FDF7348-3A7F-412B-B82F-140AE48C6B5F}">
      <dgm:prSet/>
      <dgm:spPr/>
      <dgm:t>
        <a:bodyPr/>
        <a:lstStyle/>
        <a:p>
          <a:endParaRPr lang="en-US"/>
        </a:p>
      </dgm:t>
    </dgm:pt>
    <dgm:pt modelId="{FAEE2393-9820-4E24-B30E-F70C1299861C}" type="sibTrans" cxnId="{2FDF7348-3A7F-412B-B82F-140AE48C6B5F}">
      <dgm:prSet/>
      <dgm:spPr/>
      <dgm:t>
        <a:bodyPr/>
        <a:lstStyle/>
        <a:p>
          <a:endParaRPr lang="en-US"/>
        </a:p>
      </dgm:t>
    </dgm:pt>
    <dgm:pt modelId="{EFC078E8-2CF0-4435-BE0A-DFF6D863CD4D}">
      <dgm:prSet/>
      <dgm:spPr/>
      <dgm:t>
        <a:bodyPr/>
        <a:lstStyle/>
        <a:p>
          <a:r>
            <a:rPr lang="en-US" i="1"/>
            <a:t>Comparison Operator</a:t>
          </a:r>
          <a:endParaRPr lang="en-US"/>
        </a:p>
      </dgm:t>
    </dgm:pt>
    <dgm:pt modelId="{DFF642DD-BE0D-49BE-BA7B-D9F2D19EBC92}" type="parTrans" cxnId="{CDFE6CFE-FCB1-4114-870E-7D5BD3AD5422}">
      <dgm:prSet/>
      <dgm:spPr/>
      <dgm:t>
        <a:bodyPr/>
        <a:lstStyle/>
        <a:p>
          <a:endParaRPr lang="en-US"/>
        </a:p>
      </dgm:t>
    </dgm:pt>
    <dgm:pt modelId="{77E19DEA-7091-44F6-90AA-98BAF317C617}" type="sibTrans" cxnId="{CDFE6CFE-FCB1-4114-870E-7D5BD3AD5422}">
      <dgm:prSet/>
      <dgm:spPr/>
      <dgm:t>
        <a:bodyPr/>
        <a:lstStyle/>
        <a:p>
          <a:endParaRPr lang="en-US"/>
        </a:p>
      </dgm:t>
    </dgm:pt>
    <dgm:pt modelId="{53188ED4-B227-4C93-9B11-50B5628CA9E0}">
      <dgm:prSet/>
      <dgm:spPr/>
      <dgm:t>
        <a:bodyPr/>
        <a:lstStyle/>
        <a:p>
          <a:r>
            <a:rPr lang="en-US" i="1"/>
            <a:t>Logical Operator</a:t>
          </a:r>
          <a:endParaRPr lang="en-US"/>
        </a:p>
      </dgm:t>
    </dgm:pt>
    <dgm:pt modelId="{DE71779B-82B1-4047-87B8-0270B8078957}" type="parTrans" cxnId="{1C0046E3-CF9F-4E4B-AD41-D7839875B2E7}">
      <dgm:prSet/>
      <dgm:spPr/>
      <dgm:t>
        <a:bodyPr/>
        <a:lstStyle/>
        <a:p>
          <a:endParaRPr lang="en-US"/>
        </a:p>
      </dgm:t>
    </dgm:pt>
    <dgm:pt modelId="{4DBF4873-C696-4623-BDF1-68DF66146DB5}" type="sibTrans" cxnId="{1C0046E3-CF9F-4E4B-AD41-D7839875B2E7}">
      <dgm:prSet/>
      <dgm:spPr/>
      <dgm:t>
        <a:bodyPr/>
        <a:lstStyle/>
        <a:p>
          <a:endParaRPr lang="en-US"/>
        </a:p>
      </dgm:t>
    </dgm:pt>
    <dgm:pt modelId="{A8A6B77C-CDCD-4BDC-9B64-2803D42D9628}">
      <dgm:prSet/>
      <dgm:spPr/>
      <dgm:t>
        <a:bodyPr/>
        <a:lstStyle/>
        <a:p>
          <a:r>
            <a:rPr lang="en-US" i="1"/>
            <a:t>Bitwise Operator</a:t>
          </a:r>
          <a:endParaRPr lang="en-US"/>
        </a:p>
      </dgm:t>
    </dgm:pt>
    <dgm:pt modelId="{213D505E-E2BE-4D61-9504-10159A35E05D}" type="parTrans" cxnId="{510ECA67-A821-46CD-8FC1-ECF25B5317F9}">
      <dgm:prSet/>
      <dgm:spPr/>
      <dgm:t>
        <a:bodyPr/>
        <a:lstStyle/>
        <a:p>
          <a:endParaRPr lang="en-US"/>
        </a:p>
      </dgm:t>
    </dgm:pt>
    <dgm:pt modelId="{7C7C2A70-5D69-445E-8A07-C6DFABDAA677}" type="sibTrans" cxnId="{510ECA67-A821-46CD-8FC1-ECF25B5317F9}">
      <dgm:prSet/>
      <dgm:spPr/>
      <dgm:t>
        <a:bodyPr/>
        <a:lstStyle/>
        <a:p>
          <a:endParaRPr lang="en-US"/>
        </a:p>
      </dgm:t>
    </dgm:pt>
    <dgm:pt modelId="{F1C528CD-317E-4BC4-8319-33B797E57E06}" type="pres">
      <dgm:prSet presAssocID="{57510E3E-B076-4583-8FB1-4F34A7DCE3D2}" presName="vert0" presStyleCnt="0">
        <dgm:presLayoutVars>
          <dgm:dir/>
          <dgm:animOne val="branch"/>
          <dgm:animLvl val="lvl"/>
        </dgm:presLayoutVars>
      </dgm:prSet>
      <dgm:spPr/>
    </dgm:pt>
    <dgm:pt modelId="{EA4EAC0E-70D2-48E1-917D-8B9E65649501}" type="pres">
      <dgm:prSet presAssocID="{2EF5EABD-C25F-4639-9BE0-86FD7B6E12CA}" presName="thickLine" presStyleLbl="alignNode1" presStyleIdx="0" presStyleCnt="5"/>
      <dgm:spPr/>
    </dgm:pt>
    <dgm:pt modelId="{CF19EB42-D1AD-487F-991F-8F4A2506BCD6}" type="pres">
      <dgm:prSet presAssocID="{2EF5EABD-C25F-4639-9BE0-86FD7B6E12CA}" presName="horz1" presStyleCnt="0"/>
      <dgm:spPr/>
    </dgm:pt>
    <dgm:pt modelId="{1A4F75C0-198F-4BD1-883C-79C00B102216}" type="pres">
      <dgm:prSet presAssocID="{2EF5EABD-C25F-4639-9BE0-86FD7B6E12CA}" presName="tx1" presStyleLbl="revTx" presStyleIdx="0" presStyleCnt="5"/>
      <dgm:spPr/>
    </dgm:pt>
    <dgm:pt modelId="{C5D6C22A-634A-404D-BE85-2A74092C099B}" type="pres">
      <dgm:prSet presAssocID="{2EF5EABD-C25F-4639-9BE0-86FD7B6E12CA}" presName="vert1" presStyleCnt="0"/>
      <dgm:spPr/>
    </dgm:pt>
    <dgm:pt modelId="{9CD0B8FA-A3CA-412C-874F-CEC68466F693}" type="pres">
      <dgm:prSet presAssocID="{A2CE21D1-7AF2-400D-97E8-F3F9AB34BDB4}" presName="thickLine" presStyleLbl="alignNode1" presStyleIdx="1" presStyleCnt="5"/>
      <dgm:spPr/>
    </dgm:pt>
    <dgm:pt modelId="{A0C40BEE-930A-4975-B0F8-250E5AC94B85}" type="pres">
      <dgm:prSet presAssocID="{A2CE21D1-7AF2-400D-97E8-F3F9AB34BDB4}" presName="horz1" presStyleCnt="0"/>
      <dgm:spPr/>
    </dgm:pt>
    <dgm:pt modelId="{9FE40D89-62EB-4B58-A91C-BD78411AE919}" type="pres">
      <dgm:prSet presAssocID="{A2CE21D1-7AF2-400D-97E8-F3F9AB34BDB4}" presName="tx1" presStyleLbl="revTx" presStyleIdx="1" presStyleCnt="5"/>
      <dgm:spPr/>
    </dgm:pt>
    <dgm:pt modelId="{1D0929AA-EC60-4076-965F-6E80C4A93DD7}" type="pres">
      <dgm:prSet presAssocID="{A2CE21D1-7AF2-400D-97E8-F3F9AB34BDB4}" presName="vert1" presStyleCnt="0"/>
      <dgm:spPr/>
    </dgm:pt>
    <dgm:pt modelId="{BD802D89-B3E5-4F5F-9D44-AA20D7F03973}" type="pres">
      <dgm:prSet presAssocID="{EFC078E8-2CF0-4435-BE0A-DFF6D863CD4D}" presName="thickLine" presStyleLbl="alignNode1" presStyleIdx="2" presStyleCnt="5"/>
      <dgm:spPr/>
    </dgm:pt>
    <dgm:pt modelId="{1BADC2B7-2EF1-4437-B896-1A72582DD187}" type="pres">
      <dgm:prSet presAssocID="{EFC078E8-2CF0-4435-BE0A-DFF6D863CD4D}" presName="horz1" presStyleCnt="0"/>
      <dgm:spPr/>
    </dgm:pt>
    <dgm:pt modelId="{76209EC3-A52A-4DAE-9087-56C77F9B8EEE}" type="pres">
      <dgm:prSet presAssocID="{EFC078E8-2CF0-4435-BE0A-DFF6D863CD4D}" presName="tx1" presStyleLbl="revTx" presStyleIdx="2" presStyleCnt="5"/>
      <dgm:spPr/>
    </dgm:pt>
    <dgm:pt modelId="{8474F237-69BE-444D-A9F1-ACAC564CF657}" type="pres">
      <dgm:prSet presAssocID="{EFC078E8-2CF0-4435-BE0A-DFF6D863CD4D}" presName="vert1" presStyleCnt="0"/>
      <dgm:spPr/>
    </dgm:pt>
    <dgm:pt modelId="{EF80C6C8-2F72-4DBE-8A1B-F6236CE44084}" type="pres">
      <dgm:prSet presAssocID="{53188ED4-B227-4C93-9B11-50B5628CA9E0}" presName="thickLine" presStyleLbl="alignNode1" presStyleIdx="3" presStyleCnt="5"/>
      <dgm:spPr/>
    </dgm:pt>
    <dgm:pt modelId="{11667B5E-A94A-4066-8E95-B3C935CAC126}" type="pres">
      <dgm:prSet presAssocID="{53188ED4-B227-4C93-9B11-50B5628CA9E0}" presName="horz1" presStyleCnt="0"/>
      <dgm:spPr/>
    </dgm:pt>
    <dgm:pt modelId="{6722E9C5-1FC5-407C-9063-188257D1EBC4}" type="pres">
      <dgm:prSet presAssocID="{53188ED4-B227-4C93-9B11-50B5628CA9E0}" presName="tx1" presStyleLbl="revTx" presStyleIdx="3" presStyleCnt="5"/>
      <dgm:spPr/>
    </dgm:pt>
    <dgm:pt modelId="{73D01C51-6995-445A-B084-FA66EB22E8CF}" type="pres">
      <dgm:prSet presAssocID="{53188ED4-B227-4C93-9B11-50B5628CA9E0}" presName="vert1" presStyleCnt="0"/>
      <dgm:spPr/>
    </dgm:pt>
    <dgm:pt modelId="{71DA9632-72A6-4AAB-9301-261E27FD4551}" type="pres">
      <dgm:prSet presAssocID="{A8A6B77C-CDCD-4BDC-9B64-2803D42D9628}" presName="thickLine" presStyleLbl="alignNode1" presStyleIdx="4" presStyleCnt="5"/>
      <dgm:spPr/>
    </dgm:pt>
    <dgm:pt modelId="{59B5546B-41FE-496F-A95B-3D5632263BEA}" type="pres">
      <dgm:prSet presAssocID="{A8A6B77C-CDCD-4BDC-9B64-2803D42D9628}" presName="horz1" presStyleCnt="0"/>
      <dgm:spPr/>
    </dgm:pt>
    <dgm:pt modelId="{E2D32CA6-343C-47CA-B46A-203E541CEC38}" type="pres">
      <dgm:prSet presAssocID="{A8A6B77C-CDCD-4BDC-9B64-2803D42D9628}" presName="tx1" presStyleLbl="revTx" presStyleIdx="4" presStyleCnt="5"/>
      <dgm:spPr/>
    </dgm:pt>
    <dgm:pt modelId="{060ACF10-9B53-4675-ADEC-27AF7452FDAD}" type="pres">
      <dgm:prSet presAssocID="{A8A6B77C-CDCD-4BDC-9B64-2803D42D9628}" presName="vert1" presStyleCnt="0"/>
      <dgm:spPr/>
    </dgm:pt>
  </dgm:ptLst>
  <dgm:cxnLst>
    <dgm:cxn modelId="{1FFBFA19-8C07-4208-8F35-C23D57713190}" srcId="{57510E3E-B076-4583-8FB1-4F34A7DCE3D2}" destId="{2EF5EABD-C25F-4639-9BE0-86FD7B6E12CA}" srcOrd="0" destOrd="0" parTransId="{B3E1BD17-C158-40EF-A17B-39D317B6C62B}" sibTransId="{E364D27A-3480-4F10-B157-426CC94B3FFA}"/>
    <dgm:cxn modelId="{AD922C63-E9B7-4454-8CF1-A07561173B8E}" type="presOf" srcId="{A8A6B77C-CDCD-4BDC-9B64-2803D42D9628}" destId="{E2D32CA6-343C-47CA-B46A-203E541CEC38}" srcOrd="0" destOrd="0" presId="urn:microsoft.com/office/officeart/2008/layout/LinedList"/>
    <dgm:cxn modelId="{510ECA67-A821-46CD-8FC1-ECF25B5317F9}" srcId="{57510E3E-B076-4583-8FB1-4F34A7DCE3D2}" destId="{A8A6B77C-CDCD-4BDC-9B64-2803D42D9628}" srcOrd="4" destOrd="0" parTransId="{213D505E-E2BE-4D61-9504-10159A35E05D}" sibTransId="{7C7C2A70-5D69-445E-8A07-C6DFABDAA677}"/>
    <dgm:cxn modelId="{2FDF7348-3A7F-412B-B82F-140AE48C6B5F}" srcId="{57510E3E-B076-4583-8FB1-4F34A7DCE3D2}" destId="{A2CE21D1-7AF2-400D-97E8-F3F9AB34BDB4}" srcOrd="1" destOrd="0" parTransId="{C63FD893-C024-4006-83BD-41FF13E0C548}" sibTransId="{FAEE2393-9820-4E24-B30E-F70C1299861C}"/>
    <dgm:cxn modelId="{AC703770-8920-4C34-B36D-539877559F4A}" type="presOf" srcId="{A2CE21D1-7AF2-400D-97E8-F3F9AB34BDB4}" destId="{9FE40D89-62EB-4B58-A91C-BD78411AE919}" srcOrd="0" destOrd="0" presId="urn:microsoft.com/office/officeart/2008/layout/LinedList"/>
    <dgm:cxn modelId="{7E423071-D980-487B-AD45-C0D5CF8EB426}" type="presOf" srcId="{EFC078E8-2CF0-4435-BE0A-DFF6D863CD4D}" destId="{76209EC3-A52A-4DAE-9087-56C77F9B8EEE}" srcOrd="0" destOrd="0" presId="urn:microsoft.com/office/officeart/2008/layout/LinedList"/>
    <dgm:cxn modelId="{BA8473A6-0B4B-4797-B603-A9949B631D25}" type="presOf" srcId="{2EF5EABD-C25F-4639-9BE0-86FD7B6E12CA}" destId="{1A4F75C0-198F-4BD1-883C-79C00B102216}" srcOrd="0" destOrd="0" presId="urn:microsoft.com/office/officeart/2008/layout/LinedList"/>
    <dgm:cxn modelId="{C7382BD0-BB36-424B-8639-A57E08065259}" type="presOf" srcId="{53188ED4-B227-4C93-9B11-50B5628CA9E0}" destId="{6722E9C5-1FC5-407C-9063-188257D1EBC4}" srcOrd="0" destOrd="0" presId="urn:microsoft.com/office/officeart/2008/layout/LinedList"/>
    <dgm:cxn modelId="{7C1EBADC-5164-459D-8BF3-8FFD4A639FF5}" type="presOf" srcId="{57510E3E-B076-4583-8FB1-4F34A7DCE3D2}" destId="{F1C528CD-317E-4BC4-8319-33B797E57E06}" srcOrd="0" destOrd="0" presId="urn:microsoft.com/office/officeart/2008/layout/LinedList"/>
    <dgm:cxn modelId="{1C0046E3-CF9F-4E4B-AD41-D7839875B2E7}" srcId="{57510E3E-B076-4583-8FB1-4F34A7DCE3D2}" destId="{53188ED4-B227-4C93-9B11-50B5628CA9E0}" srcOrd="3" destOrd="0" parTransId="{DE71779B-82B1-4047-87B8-0270B8078957}" sibTransId="{4DBF4873-C696-4623-BDF1-68DF66146DB5}"/>
    <dgm:cxn modelId="{CDFE6CFE-FCB1-4114-870E-7D5BD3AD5422}" srcId="{57510E3E-B076-4583-8FB1-4F34A7DCE3D2}" destId="{EFC078E8-2CF0-4435-BE0A-DFF6D863CD4D}" srcOrd="2" destOrd="0" parTransId="{DFF642DD-BE0D-49BE-BA7B-D9F2D19EBC92}" sibTransId="{77E19DEA-7091-44F6-90AA-98BAF317C617}"/>
    <dgm:cxn modelId="{A61134FB-302F-4631-95BC-0AF9E5F1909C}" type="presParOf" srcId="{F1C528CD-317E-4BC4-8319-33B797E57E06}" destId="{EA4EAC0E-70D2-48E1-917D-8B9E65649501}" srcOrd="0" destOrd="0" presId="urn:microsoft.com/office/officeart/2008/layout/LinedList"/>
    <dgm:cxn modelId="{DDEC634A-1DF1-4B0C-8940-5417B3E95DC7}" type="presParOf" srcId="{F1C528CD-317E-4BC4-8319-33B797E57E06}" destId="{CF19EB42-D1AD-487F-991F-8F4A2506BCD6}" srcOrd="1" destOrd="0" presId="urn:microsoft.com/office/officeart/2008/layout/LinedList"/>
    <dgm:cxn modelId="{980F2F19-F77D-4730-A543-54AE30E281B9}" type="presParOf" srcId="{CF19EB42-D1AD-487F-991F-8F4A2506BCD6}" destId="{1A4F75C0-198F-4BD1-883C-79C00B102216}" srcOrd="0" destOrd="0" presId="urn:microsoft.com/office/officeart/2008/layout/LinedList"/>
    <dgm:cxn modelId="{CF47019C-7723-4115-BA7B-8E62814AC995}" type="presParOf" srcId="{CF19EB42-D1AD-487F-991F-8F4A2506BCD6}" destId="{C5D6C22A-634A-404D-BE85-2A74092C099B}" srcOrd="1" destOrd="0" presId="urn:microsoft.com/office/officeart/2008/layout/LinedList"/>
    <dgm:cxn modelId="{D815B136-D8EB-41CA-B9F1-32CD3059B934}" type="presParOf" srcId="{F1C528CD-317E-4BC4-8319-33B797E57E06}" destId="{9CD0B8FA-A3CA-412C-874F-CEC68466F693}" srcOrd="2" destOrd="0" presId="urn:microsoft.com/office/officeart/2008/layout/LinedList"/>
    <dgm:cxn modelId="{A743D4A4-50DC-4079-ADC6-D4467BB2B76E}" type="presParOf" srcId="{F1C528CD-317E-4BC4-8319-33B797E57E06}" destId="{A0C40BEE-930A-4975-B0F8-250E5AC94B85}" srcOrd="3" destOrd="0" presId="urn:microsoft.com/office/officeart/2008/layout/LinedList"/>
    <dgm:cxn modelId="{CA574879-AFE9-4FAC-BF43-37A6DD76ECDB}" type="presParOf" srcId="{A0C40BEE-930A-4975-B0F8-250E5AC94B85}" destId="{9FE40D89-62EB-4B58-A91C-BD78411AE919}" srcOrd="0" destOrd="0" presId="urn:microsoft.com/office/officeart/2008/layout/LinedList"/>
    <dgm:cxn modelId="{CAA116A4-A78D-468E-8D75-873DA5CBCBB1}" type="presParOf" srcId="{A0C40BEE-930A-4975-B0F8-250E5AC94B85}" destId="{1D0929AA-EC60-4076-965F-6E80C4A93DD7}" srcOrd="1" destOrd="0" presId="urn:microsoft.com/office/officeart/2008/layout/LinedList"/>
    <dgm:cxn modelId="{0C679D35-8789-476D-89A2-73C2828BCB9E}" type="presParOf" srcId="{F1C528CD-317E-4BC4-8319-33B797E57E06}" destId="{BD802D89-B3E5-4F5F-9D44-AA20D7F03973}" srcOrd="4" destOrd="0" presId="urn:microsoft.com/office/officeart/2008/layout/LinedList"/>
    <dgm:cxn modelId="{5EE70042-0FD7-4BB5-9851-4889F90933FB}" type="presParOf" srcId="{F1C528CD-317E-4BC4-8319-33B797E57E06}" destId="{1BADC2B7-2EF1-4437-B896-1A72582DD187}" srcOrd="5" destOrd="0" presId="urn:microsoft.com/office/officeart/2008/layout/LinedList"/>
    <dgm:cxn modelId="{43305961-7A82-4593-AB60-2AC24FF40BCD}" type="presParOf" srcId="{1BADC2B7-2EF1-4437-B896-1A72582DD187}" destId="{76209EC3-A52A-4DAE-9087-56C77F9B8EEE}" srcOrd="0" destOrd="0" presId="urn:microsoft.com/office/officeart/2008/layout/LinedList"/>
    <dgm:cxn modelId="{BBF6D0F7-329F-4989-A155-3B617ECD5E2A}" type="presParOf" srcId="{1BADC2B7-2EF1-4437-B896-1A72582DD187}" destId="{8474F237-69BE-444D-A9F1-ACAC564CF657}" srcOrd="1" destOrd="0" presId="urn:microsoft.com/office/officeart/2008/layout/LinedList"/>
    <dgm:cxn modelId="{15DDE7EE-8836-435F-B7EA-0DCCE55B7F92}" type="presParOf" srcId="{F1C528CD-317E-4BC4-8319-33B797E57E06}" destId="{EF80C6C8-2F72-4DBE-8A1B-F6236CE44084}" srcOrd="6" destOrd="0" presId="urn:microsoft.com/office/officeart/2008/layout/LinedList"/>
    <dgm:cxn modelId="{D057403E-FC40-4EC3-9754-DC19F8E7946C}" type="presParOf" srcId="{F1C528CD-317E-4BC4-8319-33B797E57E06}" destId="{11667B5E-A94A-4066-8E95-B3C935CAC126}" srcOrd="7" destOrd="0" presId="urn:microsoft.com/office/officeart/2008/layout/LinedList"/>
    <dgm:cxn modelId="{CAAC9F00-6425-4504-9F27-2A9D6B087B72}" type="presParOf" srcId="{11667B5E-A94A-4066-8E95-B3C935CAC126}" destId="{6722E9C5-1FC5-407C-9063-188257D1EBC4}" srcOrd="0" destOrd="0" presId="urn:microsoft.com/office/officeart/2008/layout/LinedList"/>
    <dgm:cxn modelId="{747E9EC0-30FA-4444-8CCD-8BCBBEB3CBD4}" type="presParOf" srcId="{11667B5E-A94A-4066-8E95-B3C935CAC126}" destId="{73D01C51-6995-445A-B084-FA66EB22E8CF}" srcOrd="1" destOrd="0" presId="urn:microsoft.com/office/officeart/2008/layout/LinedList"/>
    <dgm:cxn modelId="{C2C7FB3A-C99E-490A-8241-30C756B86161}" type="presParOf" srcId="{F1C528CD-317E-4BC4-8319-33B797E57E06}" destId="{71DA9632-72A6-4AAB-9301-261E27FD4551}" srcOrd="8" destOrd="0" presId="urn:microsoft.com/office/officeart/2008/layout/LinedList"/>
    <dgm:cxn modelId="{8C45E569-147E-43B9-AF89-82B426745648}" type="presParOf" srcId="{F1C528CD-317E-4BC4-8319-33B797E57E06}" destId="{59B5546B-41FE-496F-A95B-3D5632263BEA}" srcOrd="9" destOrd="0" presId="urn:microsoft.com/office/officeart/2008/layout/LinedList"/>
    <dgm:cxn modelId="{7C978A95-214F-4849-94DB-EBE6D907231E}" type="presParOf" srcId="{59B5546B-41FE-496F-A95B-3D5632263BEA}" destId="{E2D32CA6-343C-47CA-B46A-203E541CEC38}" srcOrd="0" destOrd="0" presId="urn:microsoft.com/office/officeart/2008/layout/LinedList"/>
    <dgm:cxn modelId="{D9AF19B5-15FA-4679-A872-2A103CE9D7BD}" type="presParOf" srcId="{59B5546B-41FE-496F-A95B-3D5632263BEA}" destId="{060ACF10-9B53-4675-ADEC-27AF7452FDA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66093-1BA5-4951-BAA1-C80460F6FCB2}">
      <dsp:nvSpPr>
        <dsp:cNvPr id="0" name=""/>
        <dsp:cNvSpPr/>
      </dsp:nvSpPr>
      <dsp:spPr>
        <a:xfrm>
          <a:off x="0" y="73075"/>
          <a:ext cx="6666833" cy="8342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Digunakan untuk memanipulasi nilai suatu variabel</a:t>
          </a:r>
        </a:p>
      </dsp:txBody>
      <dsp:txXfrm>
        <a:off x="40724" y="113799"/>
        <a:ext cx="6585385" cy="752780"/>
      </dsp:txXfrm>
    </dsp:sp>
    <dsp:sp modelId="{266083DB-8B30-4E0F-9A4F-59CF72466E9D}">
      <dsp:nvSpPr>
        <dsp:cNvPr id="0" name=""/>
        <dsp:cNvSpPr/>
      </dsp:nvSpPr>
      <dsp:spPr>
        <a:xfrm>
          <a:off x="0" y="967783"/>
          <a:ext cx="6666833" cy="834228"/>
        </a:xfrm>
        <a:prstGeom prst="roundRect">
          <a:avLst/>
        </a:prstGeom>
        <a:gradFill rotWithShape="0">
          <a:gsLst>
            <a:gs pos="0">
              <a:schemeClr val="accent2">
                <a:hueOff val="-291073"/>
                <a:satOff val="-16786"/>
                <a:lumOff val="1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91073"/>
                <a:satOff val="-16786"/>
                <a:lumOff val="1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91073"/>
                <a:satOff val="-16786"/>
                <a:lumOff val="1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Nilai atau variabel yang nilainya dimodifikasi oleh operator disebut operand</a:t>
          </a:r>
        </a:p>
      </dsp:txBody>
      <dsp:txXfrm>
        <a:off x="40724" y="1008507"/>
        <a:ext cx="6585385" cy="752780"/>
      </dsp:txXfrm>
    </dsp:sp>
    <dsp:sp modelId="{7A8F6236-F623-4412-A447-4EC4DA5E1651}">
      <dsp:nvSpPr>
        <dsp:cNvPr id="0" name=""/>
        <dsp:cNvSpPr/>
      </dsp:nvSpPr>
      <dsp:spPr>
        <a:xfrm>
          <a:off x="0" y="1862491"/>
          <a:ext cx="6666833" cy="834228"/>
        </a:xfrm>
        <a:prstGeom prst="roundRect">
          <a:avLst/>
        </a:prstGeom>
        <a:gradFill rotWithShape="0">
          <a:gsLst>
            <a:gs pos="0">
              <a:schemeClr val="accent2">
                <a:hueOff val="-582145"/>
                <a:satOff val="-33571"/>
                <a:lumOff val="3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82145"/>
                <a:satOff val="-33571"/>
                <a:lumOff val="3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82145"/>
                <a:satOff val="-33571"/>
                <a:lumOff val="3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25 * 4 = 100</a:t>
          </a:r>
        </a:p>
      </dsp:txBody>
      <dsp:txXfrm>
        <a:off x="40724" y="1903215"/>
        <a:ext cx="6585385" cy="752780"/>
      </dsp:txXfrm>
    </dsp:sp>
    <dsp:sp modelId="{6CD6EED8-C50D-4DA5-827D-180F4F56C5BC}">
      <dsp:nvSpPr>
        <dsp:cNvPr id="0" name=""/>
        <dsp:cNvSpPr/>
      </dsp:nvSpPr>
      <dsp:spPr>
        <a:xfrm>
          <a:off x="0" y="2757200"/>
          <a:ext cx="6666833" cy="834228"/>
        </a:xfrm>
        <a:prstGeom prst="roundRect">
          <a:avLst/>
        </a:prstGeom>
        <a:gradFill rotWithShape="0">
          <a:gsLst>
            <a:gs pos="0">
              <a:schemeClr val="accent2">
                <a:hueOff val="-873218"/>
                <a:satOff val="-50357"/>
                <a:lumOff val="5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73218"/>
                <a:satOff val="-50357"/>
                <a:lumOff val="5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73218"/>
                <a:satOff val="-50357"/>
                <a:lumOff val="5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“25 * 4 = 100” </a:t>
          </a:r>
          <a:r>
            <a:rPr lang="en-US" sz="2100" kern="1200" dirty="0" err="1"/>
            <a:t>disebut</a:t>
          </a:r>
          <a:r>
            <a:rPr lang="en-US" sz="2100" kern="1200" dirty="0"/>
            <a:t> </a:t>
          </a:r>
          <a:r>
            <a:rPr lang="en-US" sz="2100" kern="1200" dirty="0" err="1"/>
            <a:t>ekspresi</a:t>
          </a:r>
          <a:endParaRPr lang="en-US" sz="2100" kern="1200" dirty="0"/>
        </a:p>
      </dsp:txBody>
      <dsp:txXfrm>
        <a:off x="40724" y="2797924"/>
        <a:ext cx="6585385" cy="752780"/>
      </dsp:txXfrm>
    </dsp:sp>
    <dsp:sp modelId="{B3044925-2457-41DF-9792-42E910C43674}">
      <dsp:nvSpPr>
        <dsp:cNvPr id="0" name=""/>
        <dsp:cNvSpPr/>
      </dsp:nvSpPr>
      <dsp:spPr>
        <a:xfrm>
          <a:off x="0" y="3651908"/>
          <a:ext cx="6666833" cy="834228"/>
        </a:xfrm>
        <a:prstGeom prst="roundRect">
          <a:avLst/>
        </a:prstGeom>
        <a:gradFill rotWithShape="0">
          <a:gsLst>
            <a:gs pos="0">
              <a:schemeClr val="accent2">
                <a:hueOff val="-1164290"/>
                <a:satOff val="-67142"/>
                <a:lumOff val="6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64290"/>
                <a:satOff val="-67142"/>
                <a:lumOff val="6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64290"/>
                <a:satOff val="-67142"/>
                <a:lumOff val="6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“25” dan “4” </a:t>
          </a:r>
          <a:r>
            <a:rPr lang="en-US" sz="2100" kern="1200" dirty="0" err="1"/>
            <a:t>disebut</a:t>
          </a:r>
          <a:r>
            <a:rPr lang="en-US" sz="2100" kern="1200" dirty="0"/>
            <a:t> operand</a:t>
          </a:r>
        </a:p>
      </dsp:txBody>
      <dsp:txXfrm>
        <a:off x="40724" y="3692632"/>
        <a:ext cx="6585385" cy="752780"/>
      </dsp:txXfrm>
    </dsp:sp>
    <dsp:sp modelId="{71351122-4392-4C08-93F3-FB584B30FD9E}">
      <dsp:nvSpPr>
        <dsp:cNvPr id="0" name=""/>
        <dsp:cNvSpPr/>
      </dsp:nvSpPr>
      <dsp:spPr>
        <a:xfrm>
          <a:off x="0" y="4546616"/>
          <a:ext cx="6666833" cy="834228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“*” dan “=” </a:t>
          </a:r>
          <a:r>
            <a:rPr lang="en-US" sz="2100" kern="1200" dirty="0" err="1"/>
            <a:t>disebut</a:t>
          </a:r>
          <a:r>
            <a:rPr lang="en-US" sz="2100" kern="1200" dirty="0"/>
            <a:t> operator</a:t>
          </a:r>
        </a:p>
      </dsp:txBody>
      <dsp:txXfrm>
        <a:off x="40724" y="4587340"/>
        <a:ext cx="6585385" cy="752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EAC0E-70D2-48E1-917D-8B9E65649501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4F75C0-198F-4BD1-883C-79C00B102216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i="1" kern="1200"/>
            <a:t>Arithmatic Operator</a:t>
          </a:r>
          <a:endParaRPr lang="en-US" sz="5000" kern="1200"/>
        </a:p>
      </dsp:txBody>
      <dsp:txXfrm>
        <a:off x="0" y="665"/>
        <a:ext cx="6666833" cy="1090517"/>
      </dsp:txXfrm>
    </dsp:sp>
    <dsp:sp modelId="{9CD0B8FA-A3CA-412C-874F-CEC68466F693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E40D89-62EB-4B58-A91C-BD78411AE919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i="1" kern="1200"/>
            <a:t>Assignment Operator</a:t>
          </a:r>
          <a:endParaRPr lang="en-US" sz="5000" kern="1200"/>
        </a:p>
      </dsp:txBody>
      <dsp:txXfrm>
        <a:off x="0" y="1091183"/>
        <a:ext cx="6666833" cy="1090517"/>
      </dsp:txXfrm>
    </dsp:sp>
    <dsp:sp modelId="{BD802D89-B3E5-4F5F-9D44-AA20D7F03973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209EC3-A52A-4DAE-9087-56C77F9B8EEE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i="1" kern="1200"/>
            <a:t>Comparison Operator</a:t>
          </a:r>
          <a:endParaRPr lang="en-US" sz="5000" kern="1200"/>
        </a:p>
      </dsp:txBody>
      <dsp:txXfrm>
        <a:off x="0" y="2181701"/>
        <a:ext cx="6666833" cy="1090517"/>
      </dsp:txXfrm>
    </dsp:sp>
    <dsp:sp modelId="{EF80C6C8-2F72-4DBE-8A1B-F6236CE44084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22E9C5-1FC5-407C-9063-188257D1EBC4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i="1" kern="1200"/>
            <a:t>Logical Operator</a:t>
          </a:r>
          <a:endParaRPr lang="en-US" sz="5000" kern="1200"/>
        </a:p>
      </dsp:txBody>
      <dsp:txXfrm>
        <a:off x="0" y="3272218"/>
        <a:ext cx="6666833" cy="1090517"/>
      </dsp:txXfrm>
    </dsp:sp>
    <dsp:sp modelId="{71DA9632-72A6-4AAB-9301-261E27FD4551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D32CA6-343C-47CA-B46A-203E541CEC38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i="1" kern="1200"/>
            <a:t>Bitwise Operator</a:t>
          </a:r>
          <a:endParaRPr lang="en-US" sz="5000" kern="1200"/>
        </a:p>
      </dsp:txBody>
      <dsp:txXfrm>
        <a:off x="0" y="4362736"/>
        <a:ext cx="6666833" cy="1090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Operator dan Ekspresi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Oleh:</a:t>
            </a:r>
          </a:p>
          <a:p>
            <a:pPr algn="l"/>
            <a:r>
              <a:rPr lang="en-US"/>
              <a:t>Susilo Veri Yulianto, S.Kom., M.T.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Operator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CC1C1D-8602-CE50-AF3D-587A3C465F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466104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Macam-macam Operator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820594-B81F-F11D-2D8E-5EB545EB98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318308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Arithmatic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Operator yang biasa digunakan dalam operasi matematika.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38200" y="2477135"/>
          <a:ext cx="1032383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Operasi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Penjumlahan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Pengurangan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Perkalian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Pembagian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Modulo/Sisa Bagi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Pangkat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Pembagian Bulat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Assignment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Operator yang biasa digunakan untuk memberikan nilai ke suatu variabel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38200" y="2710815"/>
          <a:ext cx="1032383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Fungsi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Contoh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Memberikan nilai pada sebuah variabel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a=100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+=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Menambah nilai variabel dengan nilai di sebelah kanan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a+=10</a:t>
                      </a:r>
                    </a:p>
                    <a:p>
                      <a:pPr algn="ctr">
                        <a:buNone/>
                      </a:pPr>
                      <a:r>
                        <a:rPr lang="en-US" sz="2400"/>
                        <a:t>a = a + 10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Mengurangi nilai variabel dengan nilai di sebelah kanan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a-=10</a:t>
                      </a:r>
                    </a:p>
                    <a:p>
                      <a:pPr algn="ctr">
                        <a:buNone/>
                      </a:pPr>
                      <a:r>
                        <a:rPr lang="en-US" sz="2400"/>
                        <a:t>a = a 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ym typeface="+mn-ea"/>
                        </a:rPr>
                        <a:t>Mengalikan nilai variabel dengan nilai di sebelah kanan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a*=10</a:t>
                      </a:r>
                    </a:p>
                    <a:p>
                      <a:pPr algn="ctr">
                        <a:buNone/>
                      </a:pPr>
                      <a:r>
                        <a:rPr lang="en-US" sz="2400"/>
                        <a:t>a = a *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Assignment Operator (lanjut...)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838200" y="1885315"/>
          <a:ext cx="1032383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5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Fungsi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Contoh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Membagi nilai variabel dengan nilai di sebelah kanan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a/=10</a:t>
                      </a:r>
                    </a:p>
                    <a:p>
                      <a:pPr algn="ctr">
                        <a:buNone/>
                      </a:pPr>
                      <a:r>
                        <a:rPr lang="en-US" sz="2400"/>
                        <a:t>a = a /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%=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Sisa bagi nilai variabel dengan nilai di sebelah kanan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a%=10</a:t>
                      </a:r>
                    </a:p>
                    <a:p>
                      <a:pPr algn="ctr">
                        <a:buNone/>
                      </a:pPr>
                      <a:r>
                        <a:rPr lang="en-US" sz="2400"/>
                        <a:t>a = a %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**=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Operasi pangkat nilai variabel dengan nilai di sebelah kanan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a**=10</a:t>
                      </a:r>
                    </a:p>
                    <a:p>
                      <a:pPr algn="ctr">
                        <a:buNone/>
                      </a:pPr>
                      <a:r>
                        <a:rPr lang="en-US" sz="2400"/>
                        <a:t>a = a **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//=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Operasi pembagian bulat nilai variabel dengan nilai di sebelah kanan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a//=10</a:t>
                      </a:r>
                    </a:p>
                    <a:p>
                      <a:pPr algn="ctr">
                        <a:buNone/>
                      </a:pPr>
                      <a:r>
                        <a:rPr lang="en-US" sz="2400"/>
                        <a:t>a = a //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Comparison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Operator yang biasa digunakan untuk melakukan perbandingan terhadap 2 buah operand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838200" y="2710815"/>
          <a:ext cx="1032383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Fungsi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Contoh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Sama dengan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 ==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!= atau &lt;&gt;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Tidak sama dengan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 != b atau a &lt;&gt;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Lebih kecil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 &lt;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ym typeface="+mn-ea"/>
                        </a:rPr>
                        <a:t>Lebih besar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 &gt;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ym typeface="+mn-ea"/>
                        </a:rPr>
                        <a:t>Lebih kecil atau sama dengan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 &lt;=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sym typeface="+mn-ea"/>
                        </a:rPr>
                        <a:t>Lebih besar atau sama dengan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 &gt;=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Operator yang biasa digunakan untuk melakukan perbandingan terhadap 2 buah operand yang memiliki nilai </a:t>
            </a:r>
            <a:r>
              <a:rPr lang="en-US" i="1"/>
              <a:t>true </a:t>
            </a:r>
            <a:r>
              <a:rPr lang="en-US"/>
              <a:t>atau </a:t>
            </a:r>
            <a:r>
              <a:rPr lang="en-US" i="1"/>
              <a:t>false</a:t>
            </a:r>
          </a:p>
        </p:txBody>
      </p:sp>
      <p:graphicFrame>
        <p:nvGraphicFramePr>
          <p:cNvPr id="4" name="Table 3"/>
          <p:cNvGraphicFramePr/>
          <p:nvPr/>
        </p:nvGraphicFramePr>
        <p:xfrm>
          <a:off x="838200" y="2710815"/>
          <a:ext cx="1032383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Fungsi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Contoh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Operasi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 and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Operasi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Operasi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not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Bitwise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03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Operator yang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biner</a:t>
            </a: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289451829"/>
              </p:ext>
            </p:extLst>
          </p:nvPr>
        </p:nvGraphicFramePr>
        <p:xfrm>
          <a:off x="838200" y="2214245"/>
          <a:ext cx="10323830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Fungsi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Contoh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/>
                        <a:t>Operasi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/>
                        <a:t>a = 100</a:t>
                      </a:r>
                    </a:p>
                    <a:p>
                      <a:pPr algn="l">
                        <a:buNone/>
                      </a:pPr>
                      <a:r>
                        <a:rPr lang="en-US" sz="2200"/>
                        <a:t>b = 101</a:t>
                      </a:r>
                    </a:p>
                    <a:p>
                      <a:pPr algn="l">
                        <a:buNone/>
                      </a:pPr>
                      <a:r>
                        <a:rPr lang="en-US" sz="2200"/>
                        <a:t>a &amp; b =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/>
                        <a:t>Operasi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/>
                        <a:t>a = 100</a:t>
                      </a:r>
                    </a:p>
                    <a:p>
                      <a:pPr algn="l">
                        <a:buNone/>
                      </a:pPr>
                      <a:r>
                        <a:rPr lang="en-US" sz="2200"/>
                        <a:t>b = 101</a:t>
                      </a:r>
                    </a:p>
                    <a:p>
                      <a:pPr algn="l">
                        <a:buNone/>
                      </a:pPr>
                      <a:r>
                        <a:rPr lang="en-US" sz="2200"/>
                        <a:t>a | b = 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/>
                        <a:t>Operasi XOR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/>
                        <a:t>a = 100</a:t>
                      </a:r>
                    </a:p>
                    <a:p>
                      <a:pPr algn="l">
                        <a:buNone/>
                      </a:pPr>
                      <a:r>
                        <a:rPr lang="en-US" sz="2200" dirty="0"/>
                        <a:t>b = 101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/>
                        <a:t>a^b</a:t>
                      </a:r>
                      <a:r>
                        <a:rPr lang="en-US" sz="2200" dirty="0"/>
                        <a:t> = 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sym typeface="+mn-ea"/>
                        </a:rPr>
                        <a:t>Negasi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/>
                        <a:t>a = 100</a:t>
                      </a:r>
                    </a:p>
                    <a:p>
                      <a:pPr algn="l">
                        <a:buNone/>
                      </a:pPr>
                      <a:r>
                        <a:rPr lang="en-US" sz="2200" dirty="0"/>
                        <a:t>~a = 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341438"/>
            <a:ext cx="9144000" cy="2387600"/>
          </a:xfrm>
        </p:spPr>
        <p:txBody>
          <a:bodyPr/>
          <a:lstStyle/>
          <a:p>
            <a:r>
              <a:rPr lang="en-US"/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430</Words>
  <Application>Microsoft Office PowerPoint</Application>
  <PresentationFormat>Widescreen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Operator dan Ekspresi</vt:lpstr>
      <vt:lpstr>Operator</vt:lpstr>
      <vt:lpstr>Macam-macam Operator</vt:lpstr>
      <vt:lpstr>Arithmatic Operator</vt:lpstr>
      <vt:lpstr>Assignment Operator</vt:lpstr>
      <vt:lpstr>Assignment Operator (lanjut...)</vt:lpstr>
      <vt:lpstr>Comparison Operator</vt:lpstr>
      <vt:lpstr>Logical Operator</vt:lpstr>
      <vt:lpstr>Bitwise Operator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22</cp:revision>
  <dcterms:created xsi:type="dcterms:W3CDTF">2022-09-14T00:04:00Z</dcterms:created>
  <dcterms:modified xsi:type="dcterms:W3CDTF">2025-09-29T04:32:35Z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C169781512ED439DAEEAC99C4E4345F3</vt:lpwstr>
  </property>
  <property fmtid="{D5CDD505-2E9C-101B-9397-08002B2CF9AE}" pid="3" name="KSOProductBuildVer">
    <vt:lpwstr>1033-11.2.0.11210</vt:lpwstr>
  </property>
</Properties>
</file>