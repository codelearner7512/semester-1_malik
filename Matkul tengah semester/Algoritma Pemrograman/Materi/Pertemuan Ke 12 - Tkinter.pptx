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318" r:id="rId4"/>
    <p:sldId id="320" r:id="rId5"/>
    <p:sldId id="319" r:id="rId6"/>
    <p:sldId id="308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Tkinter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Pengertian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599" y="2318197"/>
            <a:ext cx="10349346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err="1"/>
              <a:t>Merupakan</a:t>
            </a:r>
            <a:r>
              <a:rPr lang="en-US" dirty="0"/>
              <a:t> library python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mendevelope</a:t>
            </a:r>
            <a:r>
              <a:rPr lang="en-US" dirty="0"/>
              <a:t> / </a:t>
            </a: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GUI (Graphical User Interface)</a:t>
            </a:r>
          </a:p>
          <a:p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default, library </a:t>
            </a:r>
            <a:r>
              <a:rPr lang="en-US" dirty="0" err="1"/>
              <a:t>ini</a:t>
            </a:r>
            <a:r>
              <a:rPr lang="en-US" dirty="0"/>
              <a:t> bundle </a:t>
            </a:r>
            <a:r>
              <a:rPr lang="en-US" dirty="0" err="1"/>
              <a:t>dengan</a:t>
            </a:r>
            <a:r>
              <a:rPr lang="en-US" dirty="0"/>
              <a:t> python</a:t>
            </a:r>
          </a:p>
          <a:p>
            <a:r>
              <a:rPr lang="en-US" dirty="0" err="1"/>
              <a:t>Grafis</a:t>
            </a:r>
            <a:r>
              <a:rPr lang="en-US" dirty="0"/>
              <a:t> interface </a:t>
            </a:r>
            <a:r>
              <a:rPr lang="en-US" dirty="0" err="1"/>
              <a:t>Tkinter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TCL (Tool Command Language)</a:t>
            </a:r>
          </a:p>
          <a:p>
            <a:r>
              <a:rPr lang="en-US" dirty="0"/>
              <a:t>GUI Toolkit </a:t>
            </a:r>
            <a:r>
              <a:rPr lang="en-US" dirty="0" err="1"/>
              <a:t>menyediakan</a:t>
            </a:r>
            <a:r>
              <a:rPr lang="en-US" dirty="0"/>
              <a:t> widget</a:t>
            </a:r>
          </a:p>
          <a:p>
            <a:r>
              <a:rPr lang="en-US" dirty="0"/>
              <a:t>Widget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user interface </a:t>
            </a:r>
            <a:r>
              <a:rPr lang="en-US" dirty="0" err="1"/>
              <a:t>seperti</a:t>
            </a:r>
            <a:r>
              <a:rPr lang="en-US" dirty="0"/>
              <a:t>: button, textbox, label, dan </a:t>
            </a:r>
            <a:r>
              <a:rPr lang="en-US" dirty="0" err="1"/>
              <a:t>sebagainya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Widget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94C2F-3268-199E-2634-0399FE212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746441"/>
            <a:ext cx="7225748" cy="5365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Widget (Lanjut…)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3B027-9BF8-826C-47A3-FC5928ED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32" y="467208"/>
            <a:ext cx="682833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2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Geometry Manager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59A72-588E-31A1-FBFF-8920AA1AF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menata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widget pada window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182542-E5D7-3449-3F55-2C3351773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06204"/>
              </p:ext>
            </p:extLst>
          </p:nvPr>
        </p:nvGraphicFramePr>
        <p:xfrm>
          <a:off x="838200" y="22860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107">
                  <a:extLst>
                    <a:ext uri="{9D8B030D-6E8A-4147-A177-3AD203B41FA5}">
                      <a16:colId xmlns:a16="http://schemas.microsoft.com/office/drawing/2014/main" val="2979953421"/>
                    </a:ext>
                  </a:extLst>
                </a:gridCol>
                <a:gridCol w="1212112">
                  <a:extLst>
                    <a:ext uri="{9D8B030D-6E8A-4147-A177-3AD203B41FA5}">
                      <a16:colId xmlns:a16="http://schemas.microsoft.com/office/drawing/2014/main" val="2370237274"/>
                    </a:ext>
                  </a:extLst>
                </a:gridCol>
                <a:gridCol w="7951381">
                  <a:extLst>
                    <a:ext uri="{9D8B030D-6E8A-4147-A177-3AD203B41FA5}">
                      <a16:colId xmlns:a16="http://schemas.microsoft.com/office/drawing/2014/main" val="2076461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Deskripsi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138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grid()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Digunakan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membantu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dalam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membuat</a:t>
                      </a:r>
                      <a:r>
                        <a:rPr lang="en-US" sz="2400" dirty="0"/>
                        <a:t> layout </a:t>
                      </a:r>
                      <a:r>
                        <a:rPr lang="en-US" sz="2400" dirty="0" err="1"/>
                        <a:t>dengan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mengatur</a:t>
                      </a:r>
                      <a:r>
                        <a:rPr lang="en-US" sz="2400" dirty="0"/>
                        <a:t> 2 garis </a:t>
                      </a:r>
                      <a:r>
                        <a:rPr lang="en-US" sz="2400" dirty="0" err="1"/>
                        <a:t>dimensi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069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pack()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Digunakan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membantu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membuat</a:t>
                      </a:r>
                      <a:r>
                        <a:rPr lang="en-US" sz="2400" dirty="0"/>
                        <a:t> layout </a:t>
                      </a:r>
                      <a:r>
                        <a:rPr lang="en-US" sz="2400" dirty="0" err="1"/>
                        <a:t>dengan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mengatur</a:t>
                      </a:r>
                      <a:r>
                        <a:rPr lang="en-US" sz="2400" dirty="0"/>
                        <a:t> tata </a:t>
                      </a:r>
                      <a:r>
                        <a:rPr lang="en-US" sz="2400" dirty="0" err="1"/>
                        <a:t>letak</a:t>
                      </a:r>
                      <a:r>
                        <a:rPr lang="en-US" sz="2400" dirty="0"/>
                        <a:t> widget pada widget </a:t>
                      </a:r>
                      <a:r>
                        <a:rPr lang="en-US" sz="2400" dirty="0" err="1"/>
                        <a:t>utama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21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Digunakan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mengetahui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tempat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secara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eksplisit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menempatkan</a:t>
                      </a:r>
                      <a:r>
                        <a:rPr lang="en-US" sz="2400" dirty="0"/>
                        <a:t> widget pada </a:t>
                      </a:r>
                      <a:r>
                        <a:rPr lang="en-US" sz="2400" dirty="0" err="1"/>
                        <a:t>posisi</a:t>
                      </a:r>
                      <a:r>
                        <a:rPr lang="en-US" sz="2400" dirty="0"/>
                        <a:t> yang </a:t>
                      </a:r>
                      <a:r>
                        <a:rPr lang="en-US" sz="2400" dirty="0" err="1"/>
                        <a:t>tepat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8248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Window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Tkinter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>
                <a:solidFill>
                  <a:srgbClr val="0033B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D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tkinter</a:t>
            </a: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dirty="0">
                <a:solidFill>
                  <a:srgbClr val="0033B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b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 = Tk()</a:t>
            </a:r>
            <a:b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root.title</a:t>
            </a: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dirty="0">
                <a:solidFill>
                  <a:srgbClr val="067D1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"Hello World"</a:t>
            </a: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dirty="0" err="1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root.mainloop</a:t>
            </a:r>
            <a:r>
              <a:rPr lang="en-ID" dirty="0"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164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Tkinter</vt:lpstr>
      <vt:lpstr>Pengertian</vt:lpstr>
      <vt:lpstr>Widget</vt:lpstr>
      <vt:lpstr>Widget (Lanjut…)</vt:lpstr>
      <vt:lpstr>Geometry Manager</vt:lpstr>
      <vt:lpstr>Contoh Window dengan Tkinter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42</cp:revision>
  <dcterms:created xsi:type="dcterms:W3CDTF">2022-09-14T00:04:00Z</dcterms:created>
  <dcterms:modified xsi:type="dcterms:W3CDTF">2025-11-17T06:04:53Z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1033-11.2.0.11214</vt:lpwstr>
  </property>
</Properties>
</file>