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3" r:id="rId6"/>
    <p:sldId id="264" r:id="rId7"/>
    <p:sldId id="282" r:id="rId8"/>
    <p:sldId id="276" r:id="rId9"/>
    <p:sldId id="277" r:id="rId10"/>
    <p:sldId id="278" r:id="rId11"/>
    <p:sldId id="279" r:id="rId12"/>
    <p:sldId id="280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5FC42-E762-45B0-BBF0-C0FD111B20B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7D99EDF-1443-40B2-830D-39BA927FEC7C}">
      <dgm:prSet/>
      <dgm:spPr/>
      <dgm:t>
        <a:bodyPr/>
        <a:lstStyle/>
        <a:p>
          <a:r>
            <a:rPr lang="en-US"/>
            <a:t>Lokasi memori yang dapat digunakan untuk menyimpan suatu nilai.</a:t>
          </a:r>
        </a:p>
      </dgm:t>
    </dgm:pt>
    <dgm:pt modelId="{2AD057C6-F57B-40F4-B0E7-BF1CC2C5D497}" type="parTrans" cxnId="{32B02036-BF54-4DAC-93B6-1F05B74EFC41}">
      <dgm:prSet/>
      <dgm:spPr/>
      <dgm:t>
        <a:bodyPr/>
        <a:lstStyle/>
        <a:p>
          <a:endParaRPr lang="en-US"/>
        </a:p>
      </dgm:t>
    </dgm:pt>
    <dgm:pt modelId="{8D7A43B4-C679-47AF-A100-500E48D0534F}" type="sibTrans" cxnId="{32B02036-BF54-4DAC-93B6-1F05B74EFC41}">
      <dgm:prSet/>
      <dgm:spPr/>
      <dgm:t>
        <a:bodyPr/>
        <a:lstStyle/>
        <a:p>
          <a:endParaRPr lang="en-US"/>
        </a:p>
      </dgm:t>
    </dgm:pt>
    <dgm:pt modelId="{14559945-8D6A-49AC-8409-3AA4B1AF3949}">
      <dgm:prSet/>
      <dgm:spPr/>
      <dgm:t>
        <a:bodyPr/>
        <a:lstStyle/>
        <a:p>
          <a:r>
            <a:rPr lang="en-US"/>
            <a:t>Nilai dapat diubah sewaktu-waktu sesuai dengan kebutuhan.</a:t>
          </a:r>
        </a:p>
      </dgm:t>
    </dgm:pt>
    <dgm:pt modelId="{DD60139D-CA38-42F0-BEA3-7A48F1D79F28}" type="parTrans" cxnId="{22FC3E45-55AF-4CD2-9B3D-DF584516B306}">
      <dgm:prSet/>
      <dgm:spPr/>
      <dgm:t>
        <a:bodyPr/>
        <a:lstStyle/>
        <a:p>
          <a:endParaRPr lang="en-US"/>
        </a:p>
      </dgm:t>
    </dgm:pt>
    <dgm:pt modelId="{71660F51-8424-4706-B9A2-AEA1882EAF2F}" type="sibTrans" cxnId="{22FC3E45-55AF-4CD2-9B3D-DF584516B306}">
      <dgm:prSet/>
      <dgm:spPr/>
      <dgm:t>
        <a:bodyPr/>
        <a:lstStyle/>
        <a:p>
          <a:endParaRPr lang="en-US"/>
        </a:p>
      </dgm:t>
    </dgm:pt>
    <dgm:pt modelId="{09A4F04C-7586-4BEB-9CDC-3B7FAB531C1B}">
      <dgm:prSet/>
      <dgm:spPr/>
      <dgm:t>
        <a:bodyPr/>
        <a:lstStyle/>
        <a:p>
          <a:r>
            <a:rPr lang="en-US"/>
            <a:t>Bersifat dinamis dan tidak perlu dideklarasikan dengan tipe data tertentu.</a:t>
          </a:r>
        </a:p>
      </dgm:t>
    </dgm:pt>
    <dgm:pt modelId="{AA59809E-68AB-4F49-B5C6-77E9940EB639}" type="parTrans" cxnId="{3079D0C2-2BEF-400F-AEEE-C6FAF54C593B}">
      <dgm:prSet/>
      <dgm:spPr/>
      <dgm:t>
        <a:bodyPr/>
        <a:lstStyle/>
        <a:p>
          <a:endParaRPr lang="en-US"/>
        </a:p>
      </dgm:t>
    </dgm:pt>
    <dgm:pt modelId="{5074CC0D-CD67-4DC3-B5F8-172AF6A7E784}" type="sibTrans" cxnId="{3079D0C2-2BEF-400F-AEEE-C6FAF54C593B}">
      <dgm:prSet/>
      <dgm:spPr/>
      <dgm:t>
        <a:bodyPr/>
        <a:lstStyle/>
        <a:p>
          <a:endParaRPr lang="en-US"/>
        </a:p>
      </dgm:t>
    </dgm:pt>
    <dgm:pt modelId="{7A9A24CE-688C-4DE6-B7E2-8A66F6DCC2E5}" type="pres">
      <dgm:prSet presAssocID="{C6A5FC42-E762-45B0-BBF0-C0FD111B20B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0C4EEC-DE56-40CC-A39B-E4DB1F79E563}" type="pres">
      <dgm:prSet presAssocID="{37D99EDF-1443-40B2-830D-39BA927FEC7C}" presName="hierRoot1" presStyleCnt="0"/>
      <dgm:spPr/>
    </dgm:pt>
    <dgm:pt modelId="{5C9089B9-E5EA-4674-A545-3747361491AF}" type="pres">
      <dgm:prSet presAssocID="{37D99EDF-1443-40B2-830D-39BA927FEC7C}" presName="composite" presStyleCnt="0"/>
      <dgm:spPr/>
    </dgm:pt>
    <dgm:pt modelId="{848B9259-CD6B-49BD-85AD-8BD127B7A22C}" type="pres">
      <dgm:prSet presAssocID="{37D99EDF-1443-40B2-830D-39BA927FEC7C}" presName="background" presStyleLbl="node0" presStyleIdx="0" presStyleCnt="3"/>
      <dgm:spPr/>
    </dgm:pt>
    <dgm:pt modelId="{8CB1512C-D164-4279-AAD5-2070D4068951}" type="pres">
      <dgm:prSet presAssocID="{37D99EDF-1443-40B2-830D-39BA927FEC7C}" presName="text" presStyleLbl="fgAcc0" presStyleIdx="0" presStyleCnt="3">
        <dgm:presLayoutVars>
          <dgm:chPref val="3"/>
        </dgm:presLayoutVars>
      </dgm:prSet>
      <dgm:spPr/>
    </dgm:pt>
    <dgm:pt modelId="{F8753863-DCDA-41BD-BA8E-759ADE34B6BA}" type="pres">
      <dgm:prSet presAssocID="{37D99EDF-1443-40B2-830D-39BA927FEC7C}" presName="hierChild2" presStyleCnt="0"/>
      <dgm:spPr/>
    </dgm:pt>
    <dgm:pt modelId="{750A19E2-890F-423E-BAD8-66AAC246647C}" type="pres">
      <dgm:prSet presAssocID="{14559945-8D6A-49AC-8409-3AA4B1AF3949}" presName="hierRoot1" presStyleCnt="0"/>
      <dgm:spPr/>
    </dgm:pt>
    <dgm:pt modelId="{09CF99D5-300D-49F7-B6E0-3598803EA0ED}" type="pres">
      <dgm:prSet presAssocID="{14559945-8D6A-49AC-8409-3AA4B1AF3949}" presName="composite" presStyleCnt="0"/>
      <dgm:spPr/>
    </dgm:pt>
    <dgm:pt modelId="{A717BFED-B7C6-40AF-AF8B-CCD22B82897A}" type="pres">
      <dgm:prSet presAssocID="{14559945-8D6A-49AC-8409-3AA4B1AF3949}" presName="background" presStyleLbl="node0" presStyleIdx="1" presStyleCnt="3"/>
      <dgm:spPr/>
    </dgm:pt>
    <dgm:pt modelId="{A84565E7-8846-4959-8EDE-46BBF180753D}" type="pres">
      <dgm:prSet presAssocID="{14559945-8D6A-49AC-8409-3AA4B1AF3949}" presName="text" presStyleLbl="fgAcc0" presStyleIdx="1" presStyleCnt="3">
        <dgm:presLayoutVars>
          <dgm:chPref val="3"/>
        </dgm:presLayoutVars>
      </dgm:prSet>
      <dgm:spPr/>
    </dgm:pt>
    <dgm:pt modelId="{B2CCFED3-0D35-476B-88D4-A5FAE236515D}" type="pres">
      <dgm:prSet presAssocID="{14559945-8D6A-49AC-8409-3AA4B1AF3949}" presName="hierChild2" presStyleCnt="0"/>
      <dgm:spPr/>
    </dgm:pt>
    <dgm:pt modelId="{762B45B0-0729-465D-8946-94AC934F1FFF}" type="pres">
      <dgm:prSet presAssocID="{09A4F04C-7586-4BEB-9CDC-3B7FAB531C1B}" presName="hierRoot1" presStyleCnt="0"/>
      <dgm:spPr/>
    </dgm:pt>
    <dgm:pt modelId="{2E52582A-8F88-4159-9EB7-AD037E3CABEA}" type="pres">
      <dgm:prSet presAssocID="{09A4F04C-7586-4BEB-9CDC-3B7FAB531C1B}" presName="composite" presStyleCnt="0"/>
      <dgm:spPr/>
    </dgm:pt>
    <dgm:pt modelId="{F452CC85-E77B-4FDD-B98D-2412DCBA0430}" type="pres">
      <dgm:prSet presAssocID="{09A4F04C-7586-4BEB-9CDC-3B7FAB531C1B}" presName="background" presStyleLbl="node0" presStyleIdx="2" presStyleCnt="3"/>
      <dgm:spPr/>
    </dgm:pt>
    <dgm:pt modelId="{CB70EDFC-8D17-40BE-93B2-DCBA08C01C6B}" type="pres">
      <dgm:prSet presAssocID="{09A4F04C-7586-4BEB-9CDC-3B7FAB531C1B}" presName="text" presStyleLbl="fgAcc0" presStyleIdx="2" presStyleCnt="3">
        <dgm:presLayoutVars>
          <dgm:chPref val="3"/>
        </dgm:presLayoutVars>
      </dgm:prSet>
      <dgm:spPr/>
    </dgm:pt>
    <dgm:pt modelId="{119A591A-F636-42DE-9AA1-60E25904EA3F}" type="pres">
      <dgm:prSet presAssocID="{09A4F04C-7586-4BEB-9CDC-3B7FAB531C1B}" presName="hierChild2" presStyleCnt="0"/>
      <dgm:spPr/>
    </dgm:pt>
  </dgm:ptLst>
  <dgm:cxnLst>
    <dgm:cxn modelId="{32B02036-BF54-4DAC-93B6-1F05B74EFC41}" srcId="{C6A5FC42-E762-45B0-BBF0-C0FD111B20B3}" destId="{37D99EDF-1443-40B2-830D-39BA927FEC7C}" srcOrd="0" destOrd="0" parTransId="{2AD057C6-F57B-40F4-B0E7-BF1CC2C5D497}" sibTransId="{8D7A43B4-C679-47AF-A100-500E48D0534F}"/>
    <dgm:cxn modelId="{22FC3E45-55AF-4CD2-9B3D-DF584516B306}" srcId="{C6A5FC42-E762-45B0-BBF0-C0FD111B20B3}" destId="{14559945-8D6A-49AC-8409-3AA4B1AF3949}" srcOrd="1" destOrd="0" parTransId="{DD60139D-CA38-42F0-BEA3-7A48F1D79F28}" sibTransId="{71660F51-8424-4706-B9A2-AEA1882EAF2F}"/>
    <dgm:cxn modelId="{7E6B9F93-F7CA-40C5-A9D7-86A60DDC325A}" type="presOf" srcId="{14559945-8D6A-49AC-8409-3AA4B1AF3949}" destId="{A84565E7-8846-4959-8EDE-46BBF180753D}" srcOrd="0" destOrd="0" presId="urn:microsoft.com/office/officeart/2005/8/layout/hierarchy1"/>
    <dgm:cxn modelId="{947569A2-EF3E-41E0-968B-DA4D95FC916A}" type="presOf" srcId="{C6A5FC42-E762-45B0-BBF0-C0FD111B20B3}" destId="{7A9A24CE-688C-4DE6-B7E2-8A66F6DCC2E5}" srcOrd="0" destOrd="0" presId="urn:microsoft.com/office/officeart/2005/8/layout/hierarchy1"/>
    <dgm:cxn modelId="{D4762FC2-76DE-4693-AB94-7931001E77E1}" type="presOf" srcId="{09A4F04C-7586-4BEB-9CDC-3B7FAB531C1B}" destId="{CB70EDFC-8D17-40BE-93B2-DCBA08C01C6B}" srcOrd="0" destOrd="0" presId="urn:microsoft.com/office/officeart/2005/8/layout/hierarchy1"/>
    <dgm:cxn modelId="{3079D0C2-2BEF-400F-AEEE-C6FAF54C593B}" srcId="{C6A5FC42-E762-45B0-BBF0-C0FD111B20B3}" destId="{09A4F04C-7586-4BEB-9CDC-3B7FAB531C1B}" srcOrd="2" destOrd="0" parTransId="{AA59809E-68AB-4F49-B5C6-77E9940EB639}" sibTransId="{5074CC0D-CD67-4DC3-B5F8-172AF6A7E784}"/>
    <dgm:cxn modelId="{4CFBA4D3-A104-4E82-A765-D5BC52DB04F7}" type="presOf" srcId="{37D99EDF-1443-40B2-830D-39BA927FEC7C}" destId="{8CB1512C-D164-4279-AAD5-2070D4068951}" srcOrd="0" destOrd="0" presId="urn:microsoft.com/office/officeart/2005/8/layout/hierarchy1"/>
    <dgm:cxn modelId="{985EF33A-3056-405B-8204-310BFFFC7566}" type="presParOf" srcId="{7A9A24CE-688C-4DE6-B7E2-8A66F6DCC2E5}" destId="{E70C4EEC-DE56-40CC-A39B-E4DB1F79E563}" srcOrd="0" destOrd="0" presId="urn:microsoft.com/office/officeart/2005/8/layout/hierarchy1"/>
    <dgm:cxn modelId="{F03B9214-CBB4-4159-BF69-676D12602615}" type="presParOf" srcId="{E70C4EEC-DE56-40CC-A39B-E4DB1F79E563}" destId="{5C9089B9-E5EA-4674-A545-3747361491AF}" srcOrd="0" destOrd="0" presId="urn:microsoft.com/office/officeart/2005/8/layout/hierarchy1"/>
    <dgm:cxn modelId="{495CEA3B-B639-43FA-AE32-9DF23833D821}" type="presParOf" srcId="{5C9089B9-E5EA-4674-A545-3747361491AF}" destId="{848B9259-CD6B-49BD-85AD-8BD127B7A22C}" srcOrd="0" destOrd="0" presId="urn:microsoft.com/office/officeart/2005/8/layout/hierarchy1"/>
    <dgm:cxn modelId="{03104953-BEFE-4160-A1C7-EC0D0AB56407}" type="presParOf" srcId="{5C9089B9-E5EA-4674-A545-3747361491AF}" destId="{8CB1512C-D164-4279-AAD5-2070D4068951}" srcOrd="1" destOrd="0" presId="urn:microsoft.com/office/officeart/2005/8/layout/hierarchy1"/>
    <dgm:cxn modelId="{E67981AB-8A8E-47FD-BFBF-D72AA0B029C0}" type="presParOf" srcId="{E70C4EEC-DE56-40CC-A39B-E4DB1F79E563}" destId="{F8753863-DCDA-41BD-BA8E-759ADE34B6BA}" srcOrd="1" destOrd="0" presId="urn:microsoft.com/office/officeart/2005/8/layout/hierarchy1"/>
    <dgm:cxn modelId="{C2F935F0-4D59-49AF-B225-4A120953D73D}" type="presParOf" srcId="{7A9A24CE-688C-4DE6-B7E2-8A66F6DCC2E5}" destId="{750A19E2-890F-423E-BAD8-66AAC246647C}" srcOrd="1" destOrd="0" presId="urn:microsoft.com/office/officeart/2005/8/layout/hierarchy1"/>
    <dgm:cxn modelId="{991100B5-358E-42DD-8F2D-4F76E2B68D18}" type="presParOf" srcId="{750A19E2-890F-423E-BAD8-66AAC246647C}" destId="{09CF99D5-300D-49F7-B6E0-3598803EA0ED}" srcOrd="0" destOrd="0" presId="urn:microsoft.com/office/officeart/2005/8/layout/hierarchy1"/>
    <dgm:cxn modelId="{113EE95A-81D1-4904-A94E-25EAA97A92EB}" type="presParOf" srcId="{09CF99D5-300D-49F7-B6E0-3598803EA0ED}" destId="{A717BFED-B7C6-40AF-AF8B-CCD22B82897A}" srcOrd="0" destOrd="0" presId="urn:microsoft.com/office/officeart/2005/8/layout/hierarchy1"/>
    <dgm:cxn modelId="{8C5C1382-9EEF-418E-AC94-B09E8346E957}" type="presParOf" srcId="{09CF99D5-300D-49F7-B6E0-3598803EA0ED}" destId="{A84565E7-8846-4959-8EDE-46BBF180753D}" srcOrd="1" destOrd="0" presId="urn:microsoft.com/office/officeart/2005/8/layout/hierarchy1"/>
    <dgm:cxn modelId="{4F6A5AF8-7ECF-4501-986A-3E28F9696BB1}" type="presParOf" srcId="{750A19E2-890F-423E-BAD8-66AAC246647C}" destId="{B2CCFED3-0D35-476B-88D4-A5FAE236515D}" srcOrd="1" destOrd="0" presId="urn:microsoft.com/office/officeart/2005/8/layout/hierarchy1"/>
    <dgm:cxn modelId="{7549E219-1B59-4605-9653-187401FE3220}" type="presParOf" srcId="{7A9A24CE-688C-4DE6-B7E2-8A66F6DCC2E5}" destId="{762B45B0-0729-465D-8946-94AC934F1FFF}" srcOrd="2" destOrd="0" presId="urn:microsoft.com/office/officeart/2005/8/layout/hierarchy1"/>
    <dgm:cxn modelId="{ECF4E30F-5C1A-4E49-83FD-64F292E34C36}" type="presParOf" srcId="{762B45B0-0729-465D-8946-94AC934F1FFF}" destId="{2E52582A-8F88-4159-9EB7-AD037E3CABEA}" srcOrd="0" destOrd="0" presId="urn:microsoft.com/office/officeart/2005/8/layout/hierarchy1"/>
    <dgm:cxn modelId="{BDA59B9E-B6E6-4509-B83E-8B059E51A542}" type="presParOf" srcId="{2E52582A-8F88-4159-9EB7-AD037E3CABEA}" destId="{F452CC85-E77B-4FDD-B98D-2412DCBA0430}" srcOrd="0" destOrd="0" presId="urn:microsoft.com/office/officeart/2005/8/layout/hierarchy1"/>
    <dgm:cxn modelId="{B60B143D-EF31-4220-9379-B6DD7F48B8F4}" type="presParOf" srcId="{2E52582A-8F88-4159-9EB7-AD037E3CABEA}" destId="{CB70EDFC-8D17-40BE-93B2-DCBA08C01C6B}" srcOrd="1" destOrd="0" presId="urn:microsoft.com/office/officeart/2005/8/layout/hierarchy1"/>
    <dgm:cxn modelId="{5C4EFBC7-A51C-43B1-8995-34ACEE9F62D1}" type="presParOf" srcId="{762B45B0-0729-465D-8946-94AC934F1FFF}" destId="{119A591A-F636-42DE-9AA1-60E25904EA3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876CFF-2494-4567-B97B-A44CF5B1C60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5CBBF18-B33E-41FD-9660-A0A9D1CE558D}">
      <dgm:prSet/>
      <dgm:spPr/>
      <dgm:t>
        <a:bodyPr/>
        <a:lstStyle/>
        <a:p>
          <a:r>
            <a:rPr lang="en-US"/>
            <a:t>Diawali dengan huruf atau garis bawah “_”</a:t>
          </a:r>
        </a:p>
      </dgm:t>
    </dgm:pt>
    <dgm:pt modelId="{FAF4B415-367F-4EA0-8346-7EE05C013662}" type="parTrans" cxnId="{DA1387D1-21AC-4632-A0D5-92BFDA619BF4}">
      <dgm:prSet/>
      <dgm:spPr/>
      <dgm:t>
        <a:bodyPr/>
        <a:lstStyle/>
        <a:p>
          <a:endParaRPr lang="en-US"/>
        </a:p>
      </dgm:t>
    </dgm:pt>
    <dgm:pt modelId="{7D14BB30-924A-4E36-BB72-69A4BA627B15}" type="sibTrans" cxnId="{DA1387D1-21AC-4632-A0D5-92BFDA619BF4}">
      <dgm:prSet/>
      <dgm:spPr/>
      <dgm:t>
        <a:bodyPr/>
        <a:lstStyle/>
        <a:p>
          <a:endParaRPr lang="en-US"/>
        </a:p>
      </dgm:t>
    </dgm:pt>
    <dgm:pt modelId="{85E6E324-D021-4155-BE25-63FB841CE8AF}">
      <dgm:prSet/>
      <dgm:spPr/>
      <dgm:t>
        <a:bodyPr/>
        <a:lstStyle/>
        <a:p>
          <a:r>
            <a:rPr lang="en-US"/>
            <a:t>Karakter berikutnya dapat berupa huruf, angka atau “_”</a:t>
          </a:r>
        </a:p>
      </dgm:t>
    </dgm:pt>
    <dgm:pt modelId="{DB6A342D-638D-47F2-AF48-38CA56AA17DA}" type="parTrans" cxnId="{C9C0635E-911B-4BFA-B664-91CB879B4804}">
      <dgm:prSet/>
      <dgm:spPr/>
      <dgm:t>
        <a:bodyPr/>
        <a:lstStyle/>
        <a:p>
          <a:endParaRPr lang="en-US"/>
        </a:p>
      </dgm:t>
    </dgm:pt>
    <dgm:pt modelId="{36FB7F7C-D008-42CE-B9B8-098C1DB71DF0}" type="sibTrans" cxnId="{C9C0635E-911B-4BFA-B664-91CB879B4804}">
      <dgm:prSet/>
      <dgm:spPr/>
      <dgm:t>
        <a:bodyPr/>
        <a:lstStyle/>
        <a:p>
          <a:endParaRPr lang="en-US"/>
        </a:p>
      </dgm:t>
    </dgm:pt>
    <dgm:pt modelId="{E2E14CF1-6D0A-4738-BB72-547A6C621A03}">
      <dgm:prSet/>
      <dgm:spPr/>
      <dgm:t>
        <a:bodyPr/>
        <a:lstStyle/>
        <a:p>
          <a:r>
            <a:rPr lang="en-US"/>
            <a:t>Panjang variabel tidak terbatas</a:t>
          </a:r>
        </a:p>
      </dgm:t>
    </dgm:pt>
    <dgm:pt modelId="{FBF7B729-6B10-484E-8BB5-486BEB72AF65}" type="parTrans" cxnId="{A5207BB4-34C2-44C5-9B06-8081B40AC600}">
      <dgm:prSet/>
      <dgm:spPr/>
      <dgm:t>
        <a:bodyPr/>
        <a:lstStyle/>
        <a:p>
          <a:endParaRPr lang="en-US"/>
        </a:p>
      </dgm:t>
    </dgm:pt>
    <dgm:pt modelId="{F0725488-9431-473B-B8CF-3A0E6A400C8A}" type="sibTrans" cxnId="{A5207BB4-34C2-44C5-9B06-8081B40AC600}">
      <dgm:prSet/>
      <dgm:spPr/>
      <dgm:t>
        <a:bodyPr/>
        <a:lstStyle/>
        <a:p>
          <a:endParaRPr lang="en-US"/>
        </a:p>
      </dgm:t>
    </dgm:pt>
    <dgm:pt modelId="{25AA2032-3116-4150-811E-E65FD62CFDB1}">
      <dgm:prSet/>
      <dgm:spPr/>
      <dgm:t>
        <a:bodyPr/>
        <a:lstStyle/>
        <a:p>
          <a:r>
            <a:rPr lang="en-US"/>
            <a:t>Bersifat case sensitive</a:t>
          </a:r>
        </a:p>
      </dgm:t>
    </dgm:pt>
    <dgm:pt modelId="{4FE445D7-0F65-45A1-9FD2-4306918EAFAE}" type="parTrans" cxnId="{339DF11A-082E-43BA-A107-DC0A77F6283B}">
      <dgm:prSet/>
      <dgm:spPr/>
      <dgm:t>
        <a:bodyPr/>
        <a:lstStyle/>
        <a:p>
          <a:endParaRPr lang="en-US"/>
        </a:p>
      </dgm:t>
    </dgm:pt>
    <dgm:pt modelId="{C96ED8E5-2551-4AD9-8541-E876CD13EAEA}" type="sibTrans" cxnId="{339DF11A-082E-43BA-A107-DC0A77F6283B}">
      <dgm:prSet/>
      <dgm:spPr/>
      <dgm:t>
        <a:bodyPr/>
        <a:lstStyle/>
        <a:p>
          <a:endParaRPr lang="en-US"/>
        </a:p>
      </dgm:t>
    </dgm:pt>
    <dgm:pt modelId="{67BF87F7-C298-4CE5-B1FC-1E4147A2EBB1}">
      <dgm:prSet/>
      <dgm:spPr/>
      <dgm:t>
        <a:bodyPr/>
        <a:lstStyle/>
        <a:p>
          <a:r>
            <a:rPr lang="en-US"/>
            <a:t>Jangan menggunakan keyword python</a:t>
          </a:r>
        </a:p>
      </dgm:t>
    </dgm:pt>
    <dgm:pt modelId="{910D539B-D354-437C-AA1D-2CB96F3E1E8A}" type="parTrans" cxnId="{F6DE095C-2997-4ED6-A3F2-B02DB6E13B9E}">
      <dgm:prSet/>
      <dgm:spPr/>
      <dgm:t>
        <a:bodyPr/>
        <a:lstStyle/>
        <a:p>
          <a:endParaRPr lang="en-US"/>
        </a:p>
      </dgm:t>
    </dgm:pt>
    <dgm:pt modelId="{8781CBBA-971B-4B42-817B-CBD0D928B0D3}" type="sibTrans" cxnId="{F6DE095C-2997-4ED6-A3F2-B02DB6E13B9E}">
      <dgm:prSet/>
      <dgm:spPr/>
      <dgm:t>
        <a:bodyPr/>
        <a:lstStyle/>
        <a:p>
          <a:endParaRPr lang="en-US"/>
        </a:p>
      </dgm:t>
    </dgm:pt>
    <dgm:pt modelId="{E16C2492-1E73-4D79-9C2C-441F235EE5C7}">
      <dgm:prSet/>
      <dgm:spPr/>
      <dgm:t>
        <a:bodyPr/>
        <a:lstStyle/>
        <a:p>
          <a:r>
            <a:rPr lang="en-US"/>
            <a:t>Untuk mendeklarasikan variabel cukup menuliskan nama variabel</a:t>
          </a:r>
        </a:p>
      </dgm:t>
    </dgm:pt>
    <dgm:pt modelId="{CD9491BD-E727-4D5E-A144-96655D827E12}" type="parTrans" cxnId="{D4309169-7FF5-4A94-9CDB-4F8782182DBA}">
      <dgm:prSet/>
      <dgm:spPr/>
      <dgm:t>
        <a:bodyPr/>
        <a:lstStyle/>
        <a:p>
          <a:endParaRPr lang="en-US"/>
        </a:p>
      </dgm:t>
    </dgm:pt>
    <dgm:pt modelId="{34337BD4-2C69-41B6-A599-E687A36BCA52}" type="sibTrans" cxnId="{D4309169-7FF5-4A94-9CDB-4F8782182DBA}">
      <dgm:prSet/>
      <dgm:spPr/>
      <dgm:t>
        <a:bodyPr/>
        <a:lstStyle/>
        <a:p>
          <a:endParaRPr lang="en-US"/>
        </a:p>
      </dgm:t>
    </dgm:pt>
    <dgm:pt modelId="{13C186EB-FF62-468E-8E96-16FFA829CFC0}" type="pres">
      <dgm:prSet presAssocID="{C0876CFF-2494-4567-B97B-A44CF5B1C600}" presName="Name0" presStyleCnt="0">
        <dgm:presLayoutVars>
          <dgm:dir/>
          <dgm:resizeHandles val="exact"/>
        </dgm:presLayoutVars>
      </dgm:prSet>
      <dgm:spPr/>
    </dgm:pt>
    <dgm:pt modelId="{32EA7E80-3008-4F68-8A6C-E6760B3E67AC}" type="pres">
      <dgm:prSet presAssocID="{25CBBF18-B33E-41FD-9660-A0A9D1CE558D}" presName="node" presStyleLbl="node1" presStyleIdx="0" presStyleCnt="6">
        <dgm:presLayoutVars>
          <dgm:bulletEnabled val="1"/>
        </dgm:presLayoutVars>
      </dgm:prSet>
      <dgm:spPr/>
    </dgm:pt>
    <dgm:pt modelId="{4991E025-C6AB-4F92-A6B2-AF78C55D9C92}" type="pres">
      <dgm:prSet presAssocID="{7D14BB30-924A-4E36-BB72-69A4BA627B15}" presName="sibTrans" presStyleLbl="sibTrans1D1" presStyleIdx="0" presStyleCnt="5"/>
      <dgm:spPr/>
    </dgm:pt>
    <dgm:pt modelId="{84E145F8-521C-4A38-8182-A24361E99945}" type="pres">
      <dgm:prSet presAssocID="{7D14BB30-924A-4E36-BB72-69A4BA627B15}" presName="connectorText" presStyleLbl="sibTrans1D1" presStyleIdx="0" presStyleCnt="5"/>
      <dgm:spPr/>
    </dgm:pt>
    <dgm:pt modelId="{712F8F11-C2CA-46FA-8F3C-1183BA80C0AB}" type="pres">
      <dgm:prSet presAssocID="{85E6E324-D021-4155-BE25-63FB841CE8AF}" presName="node" presStyleLbl="node1" presStyleIdx="1" presStyleCnt="6">
        <dgm:presLayoutVars>
          <dgm:bulletEnabled val="1"/>
        </dgm:presLayoutVars>
      </dgm:prSet>
      <dgm:spPr/>
    </dgm:pt>
    <dgm:pt modelId="{B50C7B39-F82C-4797-B555-442E68261DF7}" type="pres">
      <dgm:prSet presAssocID="{36FB7F7C-D008-42CE-B9B8-098C1DB71DF0}" presName="sibTrans" presStyleLbl="sibTrans1D1" presStyleIdx="1" presStyleCnt="5"/>
      <dgm:spPr/>
    </dgm:pt>
    <dgm:pt modelId="{64DE537C-6205-4830-8454-06F98841E4AE}" type="pres">
      <dgm:prSet presAssocID="{36FB7F7C-D008-42CE-B9B8-098C1DB71DF0}" presName="connectorText" presStyleLbl="sibTrans1D1" presStyleIdx="1" presStyleCnt="5"/>
      <dgm:spPr/>
    </dgm:pt>
    <dgm:pt modelId="{E021B165-DEFC-4080-8798-98D0A2DFAD55}" type="pres">
      <dgm:prSet presAssocID="{E2E14CF1-6D0A-4738-BB72-547A6C621A03}" presName="node" presStyleLbl="node1" presStyleIdx="2" presStyleCnt="6">
        <dgm:presLayoutVars>
          <dgm:bulletEnabled val="1"/>
        </dgm:presLayoutVars>
      </dgm:prSet>
      <dgm:spPr/>
    </dgm:pt>
    <dgm:pt modelId="{8E4F7961-A04C-4959-8858-18B033D05975}" type="pres">
      <dgm:prSet presAssocID="{F0725488-9431-473B-B8CF-3A0E6A400C8A}" presName="sibTrans" presStyleLbl="sibTrans1D1" presStyleIdx="2" presStyleCnt="5"/>
      <dgm:spPr/>
    </dgm:pt>
    <dgm:pt modelId="{08D5EE8C-42BD-4A80-9426-0D375158D616}" type="pres">
      <dgm:prSet presAssocID="{F0725488-9431-473B-B8CF-3A0E6A400C8A}" presName="connectorText" presStyleLbl="sibTrans1D1" presStyleIdx="2" presStyleCnt="5"/>
      <dgm:spPr/>
    </dgm:pt>
    <dgm:pt modelId="{C58B96FD-EE64-41F4-B7C9-EEF368E748A2}" type="pres">
      <dgm:prSet presAssocID="{25AA2032-3116-4150-811E-E65FD62CFDB1}" presName="node" presStyleLbl="node1" presStyleIdx="3" presStyleCnt="6">
        <dgm:presLayoutVars>
          <dgm:bulletEnabled val="1"/>
        </dgm:presLayoutVars>
      </dgm:prSet>
      <dgm:spPr/>
    </dgm:pt>
    <dgm:pt modelId="{788B6A2D-EBAD-4661-840F-D3ACE19E9C34}" type="pres">
      <dgm:prSet presAssocID="{C96ED8E5-2551-4AD9-8541-E876CD13EAEA}" presName="sibTrans" presStyleLbl="sibTrans1D1" presStyleIdx="3" presStyleCnt="5"/>
      <dgm:spPr/>
    </dgm:pt>
    <dgm:pt modelId="{631AD614-4841-423D-9019-B03FBBEBEB81}" type="pres">
      <dgm:prSet presAssocID="{C96ED8E5-2551-4AD9-8541-E876CD13EAEA}" presName="connectorText" presStyleLbl="sibTrans1D1" presStyleIdx="3" presStyleCnt="5"/>
      <dgm:spPr/>
    </dgm:pt>
    <dgm:pt modelId="{FB62DB9F-CDC4-475C-98C8-C8CAFCF8502B}" type="pres">
      <dgm:prSet presAssocID="{67BF87F7-C298-4CE5-B1FC-1E4147A2EBB1}" presName="node" presStyleLbl="node1" presStyleIdx="4" presStyleCnt="6">
        <dgm:presLayoutVars>
          <dgm:bulletEnabled val="1"/>
        </dgm:presLayoutVars>
      </dgm:prSet>
      <dgm:spPr/>
    </dgm:pt>
    <dgm:pt modelId="{26B6D5A6-8568-4164-91BB-9850B4E9FE83}" type="pres">
      <dgm:prSet presAssocID="{8781CBBA-971B-4B42-817B-CBD0D928B0D3}" presName="sibTrans" presStyleLbl="sibTrans1D1" presStyleIdx="4" presStyleCnt="5"/>
      <dgm:spPr/>
    </dgm:pt>
    <dgm:pt modelId="{74B6D9DF-55A1-469A-A3D6-3825F00C3113}" type="pres">
      <dgm:prSet presAssocID="{8781CBBA-971B-4B42-817B-CBD0D928B0D3}" presName="connectorText" presStyleLbl="sibTrans1D1" presStyleIdx="4" presStyleCnt="5"/>
      <dgm:spPr/>
    </dgm:pt>
    <dgm:pt modelId="{FAD8A3BB-7D5A-4399-BCD4-87018D121443}" type="pres">
      <dgm:prSet presAssocID="{E16C2492-1E73-4D79-9C2C-441F235EE5C7}" presName="node" presStyleLbl="node1" presStyleIdx="5" presStyleCnt="6">
        <dgm:presLayoutVars>
          <dgm:bulletEnabled val="1"/>
        </dgm:presLayoutVars>
      </dgm:prSet>
      <dgm:spPr/>
    </dgm:pt>
  </dgm:ptLst>
  <dgm:cxnLst>
    <dgm:cxn modelId="{072FF80C-3F23-4EB0-96E9-5AAFB78CBDBF}" type="presOf" srcId="{E16C2492-1E73-4D79-9C2C-441F235EE5C7}" destId="{FAD8A3BB-7D5A-4399-BCD4-87018D121443}" srcOrd="0" destOrd="0" presId="urn:microsoft.com/office/officeart/2016/7/layout/RepeatingBendingProcessNew"/>
    <dgm:cxn modelId="{B32BE215-5EDB-4ADF-B96D-892BF4A84E77}" type="presOf" srcId="{7D14BB30-924A-4E36-BB72-69A4BA627B15}" destId="{84E145F8-521C-4A38-8182-A24361E99945}" srcOrd="1" destOrd="0" presId="urn:microsoft.com/office/officeart/2016/7/layout/RepeatingBendingProcessNew"/>
    <dgm:cxn modelId="{339DF11A-082E-43BA-A107-DC0A77F6283B}" srcId="{C0876CFF-2494-4567-B97B-A44CF5B1C600}" destId="{25AA2032-3116-4150-811E-E65FD62CFDB1}" srcOrd="3" destOrd="0" parTransId="{4FE445D7-0F65-45A1-9FD2-4306918EAFAE}" sibTransId="{C96ED8E5-2551-4AD9-8541-E876CD13EAEA}"/>
    <dgm:cxn modelId="{6FA53323-4607-4D7C-A82C-1995E73F6D68}" type="presOf" srcId="{C96ED8E5-2551-4AD9-8541-E876CD13EAEA}" destId="{788B6A2D-EBAD-4661-840F-D3ACE19E9C34}" srcOrd="0" destOrd="0" presId="urn:microsoft.com/office/officeart/2016/7/layout/RepeatingBendingProcessNew"/>
    <dgm:cxn modelId="{F7598424-14DB-4F8E-8CBC-36EB656BD63B}" type="presOf" srcId="{36FB7F7C-D008-42CE-B9B8-098C1DB71DF0}" destId="{64DE537C-6205-4830-8454-06F98841E4AE}" srcOrd="1" destOrd="0" presId="urn:microsoft.com/office/officeart/2016/7/layout/RepeatingBendingProcessNew"/>
    <dgm:cxn modelId="{F6DE095C-2997-4ED6-A3F2-B02DB6E13B9E}" srcId="{C0876CFF-2494-4567-B97B-A44CF5B1C600}" destId="{67BF87F7-C298-4CE5-B1FC-1E4147A2EBB1}" srcOrd="4" destOrd="0" parTransId="{910D539B-D354-437C-AA1D-2CB96F3E1E8A}" sibTransId="{8781CBBA-971B-4B42-817B-CBD0D928B0D3}"/>
    <dgm:cxn modelId="{C9C0635E-911B-4BFA-B664-91CB879B4804}" srcId="{C0876CFF-2494-4567-B97B-A44CF5B1C600}" destId="{85E6E324-D021-4155-BE25-63FB841CE8AF}" srcOrd="1" destOrd="0" parTransId="{DB6A342D-638D-47F2-AF48-38CA56AA17DA}" sibTransId="{36FB7F7C-D008-42CE-B9B8-098C1DB71DF0}"/>
    <dgm:cxn modelId="{11E28B49-372E-4591-B65F-06D995646A74}" type="presOf" srcId="{8781CBBA-971B-4B42-817B-CBD0D928B0D3}" destId="{26B6D5A6-8568-4164-91BB-9850B4E9FE83}" srcOrd="0" destOrd="0" presId="urn:microsoft.com/office/officeart/2016/7/layout/RepeatingBendingProcessNew"/>
    <dgm:cxn modelId="{D4309169-7FF5-4A94-9CDB-4F8782182DBA}" srcId="{C0876CFF-2494-4567-B97B-A44CF5B1C600}" destId="{E16C2492-1E73-4D79-9C2C-441F235EE5C7}" srcOrd="5" destOrd="0" parTransId="{CD9491BD-E727-4D5E-A144-96655D827E12}" sibTransId="{34337BD4-2C69-41B6-A599-E687A36BCA52}"/>
    <dgm:cxn modelId="{E7A48A4A-C1FE-4ECC-A5A7-276B25E66902}" type="presOf" srcId="{25CBBF18-B33E-41FD-9660-A0A9D1CE558D}" destId="{32EA7E80-3008-4F68-8A6C-E6760B3E67AC}" srcOrd="0" destOrd="0" presId="urn:microsoft.com/office/officeart/2016/7/layout/RepeatingBendingProcessNew"/>
    <dgm:cxn modelId="{AF4E2C53-5833-4A64-9597-F173E1590D75}" type="presOf" srcId="{7D14BB30-924A-4E36-BB72-69A4BA627B15}" destId="{4991E025-C6AB-4F92-A6B2-AF78C55D9C92}" srcOrd="0" destOrd="0" presId="urn:microsoft.com/office/officeart/2016/7/layout/RepeatingBendingProcessNew"/>
    <dgm:cxn modelId="{75D15F7C-75FB-4804-B317-82F8AC0C5480}" type="presOf" srcId="{67BF87F7-C298-4CE5-B1FC-1E4147A2EBB1}" destId="{FB62DB9F-CDC4-475C-98C8-C8CAFCF8502B}" srcOrd="0" destOrd="0" presId="urn:microsoft.com/office/officeart/2016/7/layout/RepeatingBendingProcessNew"/>
    <dgm:cxn modelId="{25934A7C-138E-4B65-92C8-580D138DC2F0}" type="presOf" srcId="{36FB7F7C-D008-42CE-B9B8-098C1DB71DF0}" destId="{B50C7B39-F82C-4797-B555-442E68261DF7}" srcOrd="0" destOrd="0" presId="urn:microsoft.com/office/officeart/2016/7/layout/RepeatingBendingProcessNew"/>
    <dgm:cxn modelId="{31803085-25DA-4540-BAFA-9C682376172A}" type="presOf" srcId="{F0725488-9431-473B-B8CF-3A0E6A400C8A}" destId="{08D5EE8C-42BD-4A80-9426-0D375158D616}" srcOrd="1" destOrd="0" presId="urn:microsoft.com/office/officeart/2016/7/layout/RepeatingBendingProcessNew"/>
    <dgm:cxn modelId="{5AA7E392-D711-4D18-91BF-9769662ACC2B}" type="presOf" srcId="{85E6E324-D021-4155-BE25-63FB841CE8AF}" destId="{712F8F11-C2CA-46FA-8F3C-1183BA80C0AB}" srcOrd="0" destOrd="0" presId="urn:microsoft.com/office/officeart/2016/7/layout/RepeatingBendingProcessNew"/>
    <dgm:cxn modelId="{5E89BFA5-F06E-4314-9C67-C52DC12FE03D}" type="presOf" srcId="{C0876CFF-2494-4567-B97B-A44CF5B1C600}" destId="{13C186EB-FF62-468E-8E96-16FFA829CFC0}" srcOrd="0" destOrd="0" presId="urn:microsoft.com/office/officeart/2016/7/layout/RepeatingBendingProcessNew"/>
    <dgm:cxn modelId="{A5207BB4-34C2-44C5-9B06-8081B40AC600}" srcId="{C0876CFF-2494-4567-B97B-A44CF5B1C600}" destId="{E2E14CF1-6D0A-4738-BB72-547A6C621A03}" srcOrd="2" destOrd="0" parTransId="{FBF7B729-6B10-484E-8BB5-486BEB72AF65}" sibTransId="{F0725488-9431-473B-B8CF-3A0E6A400C8A}"/>
    <dgm:cxn modelId="{3144FFB4-29E0-4CA1-A253-E5DD13A0463D}" type="presOf" srcId="{C96ED8E5-2551-4AD9-8541-E876CD13EAEA}" destId="{631AD614-4841-423D-9019-B03FBBEBEB81}" srcOrd="1" destOrd="0" presId="urn:microsoft.com/office/officeart/2016/7/layout/RepeatingBendingProcessNew"/>
    <dgm:cxn modelId="{84EE36B5-10AE-475B-BFE7-54B79F3E2354}" type="presOf" srcId="{25AA2032-3116-4150-811E-E65FD62CFDB1}" destId="{C58B96FD-EE64-41F4-B7C9-EEF368E748A2}" srcOrd="0" destOrd="0" presId="urn:microsoft.com/office/officeart/2016/7/layout/RepeatingBendingProcessNew"/>
    <dgm:cxn modelId="{63B416C8-015C-4522-8284-5B5EB85AF74D}" type="presOf" srcId="{E2E14CF1-6D0A-4738-BB72-547A6C621A03}" destId="{E021B165-DEFC-4080-8798-98D0A2DFAD55}" srcOrd="0" destOrd="0" presId="urn:microsoft.com/office/officeart/2016/7/layout/RepeatingBendingProcessNew"/>
    <dgm:cxn modelId="{DA1387D1-21AC-4632-A0D5-92BFDA619BF4}" srcId="{C0876CFF-2494-4567-B97B-A44CF5B1C600}" destId="{25CBBF18-B33E-41FD-9660-A0A9D1CE558D}" srcOrd="0" destOrd="0" parTransId="{FAF4B415-367F-4EA0-8346-7EE05C013662}" sibTransId="{7D14BB30-924A-4E36-BB72-69A4BA627B15}"/>
    <dgm:cxn modelId="{DAAF92ED-B92A-45D8-A97A-2C22B1287F6C}" type="presOf" srcId="{F0725488-9431-473B-B8CF-3A0E6A400C8A}" destId="{8E4F7961-A04C-4959-8858-18B033D05975}" srcOrd="0" destOrd="0" presId="urn:microsoft.com/office/officeart/2016/7/layout/RepeatingBendingProcessNew"/>
    <dgm:cxn modelId="{82275EF7-3C96-4FC3-9136-517E6EA564CA}" type="presOf" srcId="{8781CBBA-971B-4B42-817B-CBD0D928B0D3}" destId="{74B6D9DF-55A1-469A-A3D6-3825F00C3113}" srcOrd="1" destOrd="0" presId="urn:microsoft.com/office/officeart/2016/7/layout/RepeatingBendingProcessNew"/>
    <dgm:cxn modelId="{FD9F82B4-30E8-458B-8CD4-731A2B1D9481}" type="presParOf" srcId="{13C186EB-FF62-468E-8E96-16FFA829CFC0}" destId="{32EA7E80-3008-4F68-8A6C-E6760B3E67AC}" srcOrd="0" destOrd="0" presId="urn:microsoft.com/office/officeart/2016/7/layout/RepeatingBendingProcessNew"/>
    <dgm:cxn modelId="{A6F298C1-C522-46BD-AB18-692A28393ED7}" type="presParOf" srcId="{13C186EB-FF62-468E-8E96-16FFA829CFC0}" destId="{4991E025-C6AB-4F92-A6B2-AF78C55D9C92}" srcOrd="1" destOrd="0" presId="urn:microsoft.com/office/officeart/2016/7/layout/RepeatingBendingProcessNew"/>
    <dgm:cxn modelId="{5643AAD1-F001-4562-8DB1-E64ACE2B9417}" type="presParOf" srcId="{4991E025-C6AB-4F92-A6B2-AF78C55D9C92}" destId="{84E145F8-521C-4A38-8182-A24361E99945}" srcOrd="0" destOrd="0" presId="urn:microsoft.com/office/officeart/2016/7/layout/RepeatingBendingProcessNew"/>
    <dgm:cxn modelId="{2BC8EF3E-28C1-4171-9014-4B7F1D488CFD}" type="presParOf" srcId="{13C186EB-FF62-468E-8E96-16FFA829CFC0}" destId="{712F8F11-C2CA-46FA-8F3C-1183BA80C0AB}" srcOrd="2" destOrd="0" presId="urn:microsoft.com/office/officeart/2016/7/layout/RepeatingBendingProcessNew"/>
    <dgm:cxn modelId="{1C86AD9A-A56D-4B72-886B-84E557062CAE}" type="presParOf" srcId="{13C186EB-FF62-468E-8E96-16FFA829CFC0}" destId="{B50C7B39-F82C-4797-B555-442E68261DF7}" srcOrd="3" destOrd="0" presId="urn:microsoft.com/office/officeart/2016/7/layout/RepeatingBendingProcessNew"/>
    <dgm:cxn modelId="{BB4AE18A-0D62-49A4-B61C-7E888930EF72}" type="presParOf" srcId="{B50C7B39-F82C-4797-B555-442E68261DF7}" destId="{64DE537C-6205-4830-8454-06F98841E4AE}" srcOrd="0" destOrd="0" presId="urn:microsoft.com/office/officeart/2016/7/layout/RepeatingBendingProcessNew"/>
    <dgm:cxn modelId="{F0F13CBE-358F-4FD7-8FAE-960D2A7EBF2E}" type="presParOf" srcId="{13C186EB-FF62-468E-8E96-16FFA829CFC0}" destId="{E021B165-DEFC-4080-8798-98D0A2DFAD55}" srcOrd="4" destOrd="0" presId="urn:microsoft.com/office/officeart/2016/7/layout/RepeatingBendingProcessNew"/>
    <dgm:cxn modelId="{20A760A3-219E-42E9-B2D6-613AB8C34F33}" type="presParOf" srcId="{13C186EB-FF62-468E-8E96-16FFA829CFC0}" destId="{8E4F7961-A04C-4959-8858-18B033D05975}" srcOrd="5" destOrd="0" presId="urn:microsoft.com/office/officeart/2016/7/layout/RepeatingBendingProcessNew"/>
    <dgm:cxn modelId="{157F95C9-A260-47E4-8FAA-B4A249BC2139}" type="presParOf" srcId="{8E4F7961-A04C-4959-8858-18B033D05975}" destId="{08D5EE8C-42BD-4A80-9426-0D375158D616}" srcOrd="0" destOrd="0" presId="urn:microsoft.com/office/officeart/2016/7/layout/RepeatingBendingProcessNew"/>
    <dgm:cxn modelId="{A53C58F5-428F-4075-9246-7BCBA6C27395}" type="presParOf" srcId="{13C186EB-FF62-468E-8E96-16FFA829CFC0}" destId="{C58B96FD-EE64-41F4-B7C9-EEF368E748A2}" srcOrd="6" destOrd="0" presId="urn:microsoft.com/office/officeart/2016/7/layout/RepeatingBendingProcessNew"/>
    <dgm:cxn modelId="{7A1E1327-1958-4FE2-89B5-8C920EB047CC}" type="presParOf" srcId="{13C186EB-FF62-468E-8E96-16FFA829CFC0}" destId="{788B6A2D-EBAD-4661-840F-D3ACE19E9C34}" srcOrd="7" destOrd="0" presId="urn:microsoft.com/office/officeart/2016/7/layout/RepeatingBendingProcessNew"/>
    <dgm:cxn modelId="{951E66BD-DD7B-482F-84DC-EC802FD055F6}" type="presParOf" srcId="{788B6A2D-EBAD-4661-840F-D3ACE19E9C34}" destId="{631AD614-4841-423D-9019-B03FBBEBEB81}" srcOrd="0" destOrd="0" presId="urn:microsoft.com/office/officeart/2016/7/layout/RepeatingBendingProcessNew"/>
    <dgm:cxn modelId="{99959C87-5409-4B2F-8075-5F94A542BB6E}" type="presParOf" srcId="{13C186EB-FF62-468E-8E96-16FFA829CFC0}" destId="{FB62DB9F-CDC4-475C-98C8-C8CAFCF8502B}" srcOrd="8" destOrd="0" presId="urn:microsoft.com/office/officeart/2016/7/layout/RepeatingBendingProcessNew"/>
    <dgm:cxn modelId="{9526E8F3-23CF-4D03-A5FE-90AC1AEFE580}" type="presParOf" srcId="{13C186EB-FF62-468E-8E96-16FFA829CFC0}" destId="{26B6D5A6-8568-4164-91BB-9850B4E9FE83}" srcOrd="9" destOrd="0" presId="urn:microsoft.com/office/officeart/2016/7/layout/RepeatingBendingProcessNew"/>
    <dgm:cxn modelId="{DD649761-D6BB-409B-B938-6DEEFFD0912F}" type="presParOf" srcId="{26B6D5A6-8568-4164-91BB-9850B4E9FE83}" destId="{74B6D9DF-55A1-469A-A3D6-3825F00C3113}" srcOrd="0" destOrd="0" presId="urn:microsoft.com/office/officeart/2016/7/layout/RepeatingBendingProcessNew"/>
    <dgm:cxn modelId="{D6670F2A-A695-4684-B476-940CF0498B18}" type="presParOf" srcId="{13C186EB-FF62-468E-8E96-16FFA829CFC0}" destId="{FAD8A3BB-7D5A-4399-BCD4-87018D12144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20F149-6E1F-4F15-A31B-7A3B82B778F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AD1AA8D-9171-41A3-AB9D-6CF93FE1B3B6}">
      <dgm:prSet/>
      <dgm:spPr/>
      <dgm:t>
        <a:bodyPr/>
        <a:lstStyle/>
        <a:p>
          <a:r>
            <a:rPr lang="en-US"/>
            <a:t>Terdapat 2 (dua) tipe data dasar, yaitu:</a:t>
          </a:r>
        </a:p>
      </dgm:t>
    </dgm:pt>
    <dgm:pt modelId="{DF941723-C240-4288-BC7A-82C3E0C81F72}" type="parTrans" cxnId="{DBD634C0-1FCD-46C6-97A0-DB7B14A90BD3}">
      <dgm:prSet/>
      <dgm:spPr/>
      <dgm:t>
        <a:bodyPr/>
        <a:lstStyle/>
        <a:p>
          <a:endParaRPr lang="en-US"/>
        </a:p>
      </dgm:t>
    </dgm:pt>
    <dgm:pt modelId="{9C1C28C0-3EA1-4375-913A-4F7415A156E5}" type="sibTrans" cxnId="{DBD634C0-1FCD-46C6-97A0-DB7B14A90BD3}">
      <dgm:prSet/>
      <dgm:spPr/>
      <dgm:t>
        <a:bodyPr/>
        <a:lstStyle/>
        <a:p>
          <a:endParaRPr lang="en-US"/>
        </a:p>
      </dgm:t>
    </dgm:pt>
    <dgm:pt modelId="{7120AEC3-7EB8-41A1-8046-A91AA991B75A}">
      <dgm:prSet/>
      <dgm:spPr/>
      <dgm:t>
        <a:bodyPr/>
        <a:lstStyle/>
        <a:p>
          <a:r>
            <a:rPr lang="en-US" b="1" dirty="0"/>
            <a:t>Teks</a:t>
          </a:r>
        </a:p>
        <a:p>
          <a:r>
            <a:rPr lang="en-US" dirty="0" err="1"/>
            <a:t>Merupakan</a:t>
          </a:r>
          <a:r>
            <a:rPr lang="en-US" dirty="0"/>
            <a:t> </a:t>
          </a:r>
          <a:r>
            <a:rPr lang="en-US" dirty="0" err="1"/>
            <a:t>tipe</a:t>
          </a:r>
          <a:r>
            <a:rPr lang="en-US" dirty="0"/>
            <a:t> data yang </a:t>
          </a:r>
          <a:r>
            <a:rPr lang="en-US" dirty="0" err="1"/>
            <a:t>berisikan</a:t>
          </a:r>
          <a:r>
            <a:rPr lang="en-US" dirty="0"/>
            <a:t> </a:t>
          </a:r>
          <a:r>
            <a:rPr lang="en-US" dirty="0" err="1"/>
            <a:t>karakter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sekumpulan</a:t>
          </a:r>
          <a:r>
            <a:rPr lang="en-US" dirty="0"/>
            <a:t> </a:t>
          </a:r>
          <a:r>
            <a:rPr lang="en-US" dirty="0" err="1"/>
            <a:t>karakter</a:t>
          </a:r>
          <a:endParaRPr lang="en-US" dirty="0"/>
        </a:p>
      </dgm:t>
    </dgm:pt>
    <dgm:pt modelId="{8D228F4E-42AD-4381-BE49-35AFB81E5AF7}" type="parTrans" cxnId="{BAF91BD0-322C-468F-9CDA-C0F9F3A0B698}">
      <dgm:prSet/>
      <dgm:spPr/>
      <dgm:t>
        <a:bodyPr/>
        <a:lstStyle/>
        <a:p>
          <a:endParaRPr lang="en-US"/>
        </a:p>
      </dgm:t>
    </dgm:pt>
    <dgm:pt modelId="{141CD983-9C9A-46AE-A5AE-299A4F96F22A}" type="sibTrans" cxnId="{BAF91BD0-322C-468F-9CDA-C0F9F3A0B698}">
      <dgm:prSet/>
      <dgm:spPr/>
      <dgm:t>
        <a:bodyPr/>
        <a:lstStyle/>
        <a:p>
          <a:endParaRPr lang="en-US"/>
        </a:p>
      </dgm:t>
    </dgm:pt>
    <dgm:pt modelId="{D9B2FD75-E8DE-4176-A3A7-3F119749CDFD}">
      <dgm:prSet/>
      <dgm:spPr/>
      <dgm:t>
        <a:bodyPr/>
        <a:lstStyle/>
        <a:p>
          <a:r>
            <a:rPr lang="en-US" dirty="0"/>
            <a:t>(Note)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mengetahui</a:t>
          </a:r>
          <a:r>
            <a:rPr lang="en-US" dirty="0"/>
            <a:t> </a:t>
          </a:r>
          <a:r>
            <a:rPr lang="en-US" dirty="0" err="1"/>
            <a:t>tipe</a:t>
          </a:r>
          <a:r>
            <a:rPr lang="en-US" dirty="0"/>
            <a:t> data pada </a:t>
          </a:r>
          <a:r>
            <a:rPr lang="en-US" dirty="0" err="1"/>
            <a:t>suatu</a:t>
          </a:r>
          <a:r>
            <a:rPr lang="en-US" dirty="0"/>
            <a:t> </a:t>
          </a:r>
          <a:r>
            <a:rPr lang="en-US" dirty="0" err="1"/>
            <a:t>variabel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menggunakan</a:t>
          </a:r>
          <a:r>
            <a:rPr lang="en-US" dirty="0"/>
            <a:t> </a:t>
          </a:r>
          <a:r>
            <a:rPr lang="en-US" dirty="0" err="1"/>
            <a:t>fungsi</a:t>
          </a:r>
          <a:r>
            <a:rPr lang="en-US" dirty="0"/>
            <a:t> type().</a:t>
          </a:r>
        </a:p>
      </dgm:t>
    </dgm:pt>
    <dgm:pt modelId="{59246E45-87EF-4A4B-947C-ADDC0E35A358}" type="parTrans" cxnId="{FCB23E55-BE01-470E-984A-BECB78058909}">
      <dgm:prSet/>
      <dgm:spPr/>
      <dgm:t>
        <a:bodyPr/>
        <a:lstStyle/>
        <a:p>
          <a:endParaRPr lang="en-US"/>
        </a:p>
      </dgm:t>
    </dgm:pt>
    <dgm:pt modelId="{FCD28BCD-555F-4670-B08D-60A7DD4AB0C8}" type="sibTrans" cxnId="{FCB23E55-BE01-470E-984A-BECB78058909}">
      <dgm:prSet/>
      <dgm:spPr/>
      <dgm:t>
        <a:bodyPr/>
        <a:lstStyle/>
        <a:p>
          <a:endParaRPr lang="en-US"/>
        </a:p>
      </dgm:t>
    </dgm:pt>
    <dgm:pt modelId="{1EF2102F-72E3-4574-99B7-D86C9870213F}">
      <dgm:prSet/>
      <dgm:spPr/>
      <dgm:t>
        <a:bodyPr/>
        <a:lstStyle/>
        <a:p>
          <a:r>
            <a:rPr lang="en-US" b="1" dirty="0" err="1"/>
            <a:t>Numerik</a:t>
          </a:r>
          <a:endParaRPr lang="en-US" b="1" dirty="0"/>
        </a:p>
        <a:p>
          <a:r>
            <a:rPr lang="en-US" dirty="0" err="1"/>
            <a:t>Merupakan</a:t>
          </a:r>
          <a:r>
            <a:rPr lang="en-US" dirty="0"/>
            <a:t> </a:t>
          </a:r>
          <a:r>
            <a:rPr lang="en-US" dirty="0" err="1"/>
            <a:t>tipe</a:t>
          </a:r>
          <a:r>
            <a:rPr lang="en-US" dirty="0"/>
            <a:t> data yang </a:t>
          </a:r>
          <a:r>
            <a:rPr lang="en-US" dirty="0" err="1"/>
            <a:t>berupa</a:t>
          </a:r>
          <a:r>
            <a:rPr lang="en-US" dirty="0"/>
            <a:t> </a:t>
          </a:r>
          <a:r>
            <a:rPr lang="en-US" dirty="0" err="1"/>
            <a:t>angka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bilangan</a:t>
          </a:r>
          <a:endParaRPr lang="en-US" dirty="0"/>
        </a:p>
      </dgm:t>
    </dgm:pt>
    <dgm:pt modelId="{DD25E16B-5665-461C-8B3A-7D30B17BAE74}" type="parTrans" cxnId="{4A8AF45D-5274-48AE-B812-0709AE39F88C}">
      <dgm:prSet/>
      <dgm:spPr/>
      <dgm:t>
        <a:bodyPr/>
        <a:lstStyle/>
        <a:p>
          <a:endParaRPr lang="en-US"/>
        </a:p>
      </dgm:t>
    </dgm:pt>
    <dgm:pt modelId="{99F59BBA-90DD-45A1-9CDA-8FED2EA97B06}" type="sibTrans" cxnId="{4A8AF45D-5274-48AE-B812-0709AE39F88C}">
      <dgm:prSet/>
      <dgm:spPr/>
      <dgm:t>
        <a:bodyPr/>
        <a:lstStyle/>
        <a:p>
          <a:endParaRPr lang="en-US"/>
        </a:p>
      </dgm:t>
    </dgm:pt>
    <dgm:pt modelId="{30212CA2-AD9E-4026-B311-223C70B7D181}" type="pres">
      <dgm:prSet presAssocID="{B620F149-6E1F-4F15-A31B-7A3B82B778F9}" presName="linear" presStyleCnt="0">
        <dgm:presLayoutVars>
          <dgm:animLvl val="lvl"/>
          <dgm:resizeHandles val="exact"/>
        </dgm:presLayoutVars>
      </dgm:prSet>
      <dgm:spPr/>
    </dgm:pt>
    <dgm:pt modelId="{31FD2404-7C35-4804-B010-F4D0FDF4F38A}" type="pres">
      <dgm:prSet presAssocID="{0AD1AA8D-9171-41A3-AB9D-6CF93FE1B3B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33E17D-5536-4349-89D0-F13439D8D5B1}" type="pres">
      <dgm:prSet presAssocID="{9C1C28C0-3EA1-4375-913A-4F7415A156E5}" presName="spacer" presStyleCnt="0"/>
      <dgm:spPr/>
    </dgm:pt>
    <dgm:pt modelId="{D7AE20CC-3265-453D-BD66-913D5615C4F4}" type="pres">
      <dgm:prSet presAssocID="{7120AEC3-7EB8-41A1-8046-A91AA991B75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07FF08-E566-43D5-8E3B-607431E803C0}" type="pres">
      <dgm:prSet presAssocID="{141CD983-9C9A-46AE-A5AE-299A4F96F22A}" presName="spacer" presStyleCnt="0"/>
      <dgm:spPr/>
    </dgm:pt>
    <dgm:pt modelId="{C644D721-467A-4DFA-93DA-E71B60D27E98}" type="pres">
      <dgm:prSet presAssocID="{1EF2102F-72E3-4574-99B7-D86C987021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40BCF4B-7FD3-48F3-9031-F4B78747E99C}" type="pres">
      <dgm:prSet presAssocID="{99F59BBA-90DD-45A1-9CDA-8FED2EA97B06}" presName="spacer" presStyleCnt="0"/>
      <dgm:spPr/>
    </dgm:pt>
    <dgm:pt modelId="{7BD05FDC-BCFE-412E-BBC4-BAF8CBAFA9CB}" type="pres">
      <dgm:prSet presAssocID="{D9B2FD75-E8DE-4176-A3A7-3F119749CD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C78D30-6C76-457B-A07E-E5A4B05454C6}" type="presOf" srcId="{7120AEC3-7EB8-41A1-8046-A91AA991B75A}" destId="{D7AE20CC-3265-453D-BD66-913D5615C4F4}" srcOrd="0" destOrd="0" presId="urn:microsoft.com/office/officeart/2005/8/layout/vList2"/>
    <dgm:cxn modelId="{4A8AF45D-5274-48AE-B812-0709AE39F88C}" srcId="{B620F149-6E1F-4F15-A31B-7A3B82B778F9}" destId="{1EF2102F-72E3-4574-99B7-D86C9870213F}" srcOrd="2" destOrd="0" parTransId="{DD25E16B-5665-461C-8B3A-7D30B17BAE74}" sibTransId="{99F59BBA-90DD-45A1-9CDA-8FED2EA97B06}"/>
    <dgm:cxn modelId="{40B2956D-0AE5-4642-B946-4C22A048992D}" type="presOf" srcId="{B620F149-6E1F-4F15-A31B-7A3B82B778F9}" destId="{30212CA2-AD9E-4026-B311-223C70B7D181}" srcOrd="0" destOrd="0" presId="urn:microsoft.com/office/officeart/2005/8/layout/vList2"/>
    <dgm:cxn modelId="{FCB23E55-BE01-470E-984A-BECB78058909}" srcId="{B620F149-6E1F-4F15-A31B-7A3B82B778F9}" destId="{D9B2FD75-E8DE-4176-A3A7-3F119749CDFD}" srcOrd="3" destOrd="0" parTransId="{59246E45-87EF-4A4B-947C-ADDC0E35A358}" sibTransId="{FCD28BCD-555F-4670-B08D-60A7DD4AB0C8}"/>
    <dgm:cxn modelId="{C441CD9C-D70E-4DFE-8073-B3D976D99544}" type="presOf" srcId="{0AD1AA8D-9171-41A3-AB9D-6CF93FE1B3B6}" destId="{31FD2404-7C35-4804-B010-F4D0FDF4F38A}" srcOrd="0" destOrd="0" presId="urn:microsoft.com/office/officeart/2005/8/layout/vList2"/>
    <dgm:cxn modelId="{00AE2BB5-3CA2-4ED8-AEB4-4290385BB95C}" type="presOf" srcId="{D9B2FD75-E8DE-4176-A3A7-3F119749CDFD}" destId="{7BD05FDC-BCFE-412E-BBC4-BAF8CBAFA9CB}" srcOrd="0" destOrd="0" presId="urn:microsoft.com/office/officeart/2005/8/layout/vList2"/>
    <dgm:cxn modelId="{DBD634C0-1FCD-46C6-97A0-DB7B14A90BD3}" srcId="{B620F149-6E1F-4F15-A31B-7A3B82B778F9}" destId="{0AD1AA8D-9171-41A3-AB9D-6CF93FE1B3B6}" srcOrd="0" destOrd="0" parTransId="{DF941723-C240-4288-BC7A-82C3E0C81F72}" sibTransId="{9C1C28C0-3EA1-4375-913A-4F7415A156E5}"/>
    <dgm:cxn modelId="{BAF91BD0-322C-468F-9CDA-C0F9F3A0B698}" srcId="{B620F149-6E1F-4F15-A31B-7A3B82B778F9}" destId="{7120AEC3-7EB8-41A1-8046-A91AA991B75A}" srcOrd="1" destOrd="0" parTransId="{8D228F4E-42AD-4381-BE49-35AFB81E5AF7}" sibTransId="{141CD983-9C9A-46AE-A5AE-299A4F96F22A}"/>
    <dgm:cxn modelId="{2F6539FC-8FBD-46F8-827D-FAB8DDE7CD7C}" type="presOf" srcId="{1EF2102F-72E3-4574-99B7-D86C9870213F}" destId="{C644D721-467A-4DFA-93DA-E71B60D27E98}" srcOrd="0" destOrd="0" presId="urn:microsoft.com/office/officeart/2005/8/layout/vList2"/>
    <dgm:cxn modelId="{77A03E08-0643-4B8D-8BD6-20F2DF2B693D}" type="presParOf" srcId="{30212CA2-AD9E-4026-B311-223C70B7D181}" destId="{31FD2404-7C35-4804-B010-F4D0FDF4F38A}" srcOrd="0" destOrd="0" presId="urn:microsoft.com/office/officeart/2005/8/layout/vList2"/>
    <dgm:cxn modelId="{53578FA7-78FB-4881-ACA7-0385FDABE6B0}" type="presParOf" srcId="{30212CA2-AD9E-4026-B311-223C70B7D181}" destId="{9933E17D-5536-4349-89D0-F13439D8D5B1}" srcOrd="1" destOrd="0" presId="urn:microsoft.com/office/officeart/2005/8/layout/vList2"/>
    <dgm:cxn modelId="{18582E0C-3237-465C-A7A9-96ECC970F620}" type="presParOf" srcId="{30212CA2-AD9E-4026-B311-223C70B7D181}" destId="{D7AE20CC-3265-453D-BD66-913D5615C4F4}" srcOrd="2" destOrd="0" presId="urn:microsoft.com/office/officeart/2005/8/layout/vList2"/>
    <dgm:cxn modelId="{F7D152A4-38AC-4F88-8DBF-F48C92F89B34}" type="presParOf" srcId="{30212CA2-AD9E-4026-B311-223C70B7D181}" destId="{FF07FF08-E566-43D5-8E3B-607431E803C0}" srcOrd="3" destOrd="0" presId="urn:microsoft.com/office/officeart/2005/8/layout/vList2"/>
    <dgm:cxn modelId="{DAEEC6CA-A3B7-4C5F-AA14-12CD06D72D8B}" type="presParOf" srcId="{30212CA2-AD9E-4026-B311-223C70B7D181}" destId="{C644D721-467A-4DFA-93DA-E71B60D27E98}" srcOrd="4" destOrd="0" presId="urn:microsoft.com/office/officeart/2005/8/layout/vList2"/>
    <dgm:cxn modelId="{25297318-9793-4812-BFC4-3F2F797FFF82}" type="presParOf" srcId="{30212CA2-AD9E-4026-B311-223C70B7D181}" destId="{D40BCF4B-7FD3-48F3-9031-F4B78747E99C}" srcOrd="5" destOrd="0" presId="urn:microsoft.com/office/officeart/2005/8/layout/vList2"/>
    <dgm:cxn modelId="{58A858D4-0B6F-4339-A524-FED70C2E726F}" type="presParOf" srcId="{30212CA2-AD9E-4026-B311-223C70B7D181}" destId="{7BD05FDC-BCFE-412E-BBC4-BAF8CBAFA9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8FB310-94B2-4F14-86F9-C3EF80A1764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E47EA5D-45FA-422C-97D8-7255B9313CEA}">
      <dgm:prSet/>
      <dgm:spPr/>
      <dgm:t>
        <a:bodyPr/>
        <a:lstStyle/>
        <a:p>
          <a:r>
            <a:rPr lang="en-US"/>
            <a:t>Menyatakan karakter atau sekumpulan karakter atau kalimat atau dapat disebut juga sebagai string.</a:t>
          </a:r>
        </a:p>
      </dgm:t>
    </dgm:pt>
    <dgm:pt modelId="{E0178555-E8AC-4F30-A781-56F4B5DA521B}" type="parTrans" cxnId="{3365D50D-6B1F-458C-906F-F3A4CF6F9CEC}">
      <dgm:prSet/>
      <dgm:spPr/>
      <dgm:t>
        <a:bodyPr/>
        <a:lstStyle/>
        <a:p>
          <a:endParaRPr lang="en-US"/>
        </a:p>
      </dgm:t>
    </dgm:pt>
    <dgm:pt modelId="{13EB7D9D-BB74-4098-9396-58A50C085849}" type="sibTrans" cxnId="{3365D50D-6B1F-458C-906F-F3A4CF6F9CEC}">
      <dgm:prSet/>
      <dgm:spPr/>
      <dgm:t>
        <a:bodyPr/>
        <a:lstStyle/>
        <a:p>
          <a:endParaRPr lang="en-US"/>
        </a:p>
      </dgm:t>
    </dgm:pt>
    <dgm:pt modelId="{79152903-2F54-40A5-A8AB-651A69DCBAC0}">
      <dgm:prSet/>
      <dgm:spPr/>
      <dgm:t>
        <a:bodyPr/>
        <a:lstStyle/>
        <a:p>
          <a:pPr algn="just"/>
          <a:r>
            <a:rPr lang="en-US" dirty="0" err="1"/>
            <a:t>Tipe</a:t>
          </a:r>
          <a:r>
            <a:rPr lang="en-US" dirty="0"/>
            <a:t> data </a:t>
          </a:r>
          <a:r>
            <a:rPr lang="en-US" dirty="0" err="1"/>
            <a:t>ini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berupa</a:t>
          </a:r>
          <a:r>
            <a:rPr lang="en-US" dirty="0"/>
            <a:t> </a:t>
          </a:r>
          <a:r>
            <a:rPr lang="en-US" dirty="0" err="1"/>
            <a:t>angka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huruf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kombinasi</a:t>
          </a:r>
          <a:r>
            <a:rPr lang="en-US" dirty="0"/>
            <a:t> </a:t>
          </a:r>
          <a:r>
            <a:rPr lang="en-US" dirty="0" err="1"/>
            <a:t>keduanya</a:t>
          </a:r>
          <a:r>
            <a:rPr lang="en-US" dirty="0"/>
            <a:t> yang </a:t>
          </a:r>
          <a:r>
            <a:rPr lang="en-US" dirty="0" err="1"/>
            <a:t>diapit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tanda</a:t>
          </a:r>
          <a:r>
            <a:rPr lang="en-US" dirty="0"/>
            <a:t> “ </a:t>
          </a:r>
          <a:r>
            <a:rPr lang="en-US" dirty="0" err="1"/>
            <a:t>atau</a:t>
          </a:r>
          <a:r>
            <a:rPr lang="en-US" dirty="0"/>
            <a:t> ‘.</a:t>
          </a:r>
        </a:p>
      </dgm:t>
    </dgm:pt>
    <dgm:pt modelId="{DB0EE93F-C4B9-41B0-B783-6171F3F623C9}" type="parTrans" cxnId="{F2E06E04-5BA9-4F52-BD05-1E2A243C1832}">
      <dgm:prSet/>
      <dgm:spPr/>
      <dgm:t>
        <a:bodyPr/>
        <a:lstStyle/>
        <a:p>
          <a:endParaRPr lang="en-US"/>
        </a:p>
      </dgm:t>
    </dgm:pt>
    <dgm:pt modelId="{D8D42DD8-5FDB-4F97-84B4-7F97AE5B6265}" type="sibTrans" cxnId="{F2E06E04-5BA9-4F52-BD05-1E2A243C1832}">
      <dgm:prSet/>
      <dgm:spPr/>
      <dgm:t>
        <a:bodyPr/>
        <a:lstStyle/>
        <a:p>
          <a:endParaRPr lang="en-US"/>
        </a:p>
      </dgm:t>
    </dgm:pt>
    <dgm:pt modelId="{247B66B8-5202-4918-BAED-01E36AA674D4}">
      <dgm:prSet/>
      <dgm:spPr/>
      <dgm:t>
        <a:bodyPr/>
        <a:lstStyle/>
        <a:p>
          <a:r>
            <a:rPr lang="en-US" dirty="0" err="1"/>
            <a:t>Contoh</a:t>
          </a:r>
          <a:r>
            <a:rPr lang="en-US" dirty="0"/>
            <a:t>:</a:t>
          </a:r>
        </a:p>
        <a:p>
          <a:r>
            <a:rPr lang="en-US" dirty="0"/>
            <a:t>nama = “Andrew”</a:t>
          </a:r>
        </a:p>
        <a:p>
          <a:r>
            <a:rPr lang="en-US" dirty="0" err="1"/>
            <a:t>alamat</a:t>
          </a:r>
          <a:r>
            <a:rPr lang="en-US" dirty="0"/>
            <a:t> = “Jl. </a:t>
          </a:r>
          <a:r>
            <a:rPr lang="en-US" dirty="0" err="1"/>
            <a:t>Serayu</a:t>
          </a:r>
          <a:r>
            <a:rPr lang="en-US" dirty="0"/>
            <a:t> No. 43 Kota </a:t>
          </a:r>
          <a:r>
            <a:rPr lang="en-US" dirty="0" err="1"/>
            <a:t>Madiun</a:t>
          </a:r>
          <a:r>
            <a:rPr lang="en-US" dirty="0"/>
            <a:t>”</a:t>
          </a:r>
        </a:p>
        <a:p>
          <a:r>
            <a:rPr lang="en-US" dirty="0" err="1"/>
            <a:t>kelas</a:t>
          </a:r>
          <a:r>
            <a:rPr lang="en-US" dirty="0"/>
            <a:t> = “1B” </a:t>
          </a:r>
        </a:p>
      </dgm:t>
    </dgm:pt>
    <dgm:pt modelId="{84506145-5402-4220-9723-EE686ACB1D50}" type="parTrans" cxnId="{EE2C2A87-EE51-4207-BDB3-74775A2CEB54}">
      <dgm:prSet/>
      <dgm:spPr/>
      <dgm:t>
        <a:bodyPr/>
        <a:lstStyle/>
        <a:p>
          <a:endParaRPr lang="en-US"/>
        </a:p>
      </dgm:t>
    </dgm:pt>
    <dgm:pt modelId="{202B8703-9575-464E-9ABE-61FA4D844C84}" type="sibTrans" cxnId="{EE2C2A87-EE51-4207-BDB3-74775A2CEB54}">
      <dgm:prSet/>
      <dgm:spPr/>
      <dgm:t>
        <a:bodyPr/>
        <a:lstStyle/>
        <a:p>
          <a:endParaRPr lang="en-US"/>
        </a:p>
      </dgm:t>
    </dgm:pt>
    <dgm:pt modelId="{F9E2D1B3-9C8A-4EE5-9C32-8C9D1599EDB6}" type="pres">
      <dgm:prSet presAssocID="{778FB310-94B2-4F14-86F9-C3EF80A17647}" presName="linear" presStyleCnt="0">
        <dgm:presLayoutVars>
          <dgm:animLvl val="lvl"/>
          <dgm:resizeHandles val="exact"/>
        </dgm:presLayoutVars>
      </dgm:prSet>
      <dgm:spPr/>
    </dgm:pt>
    <dgm:pt modelId="{C3F62BCE-984E-4363-B1B8-E542760B27FA}" type="pres">
      <dgm:prSet presAssocID="{8E47EA5D-45FA-422C-97D8-7255B9313CE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504DA5-B22F-4CDD-A7D4-CE06E43EAAE3}" type="pres">
      <dgm:prSet presAssocID="{13EB7D9D-BB74-4098-9396-58A50C085849}" presName="spacer" presStyleCnt="0"/>
      <dgm:spPr/>
    </dgm:pt>
    <dgm:pt modelId="{A85137DE-355F-4FCB-91A1-868B7991EC48}" type="pres">
      <dgm:prSet presAssocID="{79152903-2F54-40A5-A8AB-651A69DCBA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EF0D891-36C0-4EA3-ACFD-51EE666CBC1B}" type="pres">
      <dgm:prSet presAssocID="{D8D42DD8-5FDB-4F97-84B4-7F97AE5B6265}" presName="spacer" presStyleCnt="0"/>
      <dgm:spPr/>
    </dgm:pt>
    <dgm:pt modelId="{F1463CD5-6F9B-45EC-A1FE-967BAE32751E}" type="pres">
      <dgm:prSet presAssocID="{247B66B8-5202-4918-BAED-01E36AA674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1704802-A5DA-4A8D-BDF7-7CACB0A178DE}" type="presOf" srcId="{8E47EA5D-45FA-422C-97D8-7255B9313CEA}" destId="{C3F62BCE-984E-4363-B1B8-E542760B27FA}" srcOrd="0" destOrd="0" presId="urn:microsoft.com/office/officeart/2005/8/layout/vList2"/>
    <dgm:cxn modelId="{F2E06E04-5BA9-4F52-BD05-1E2A243C1832}" srcId="{778FB310-94B2-4F14-86F9-C3EF80A17647}" destId="{79152903-2F54-40A5-A8AB-651A69DCBAC0}" srcOrd="1" destOrd="0" parTransId="{DB0EE93F-C4B9-41B0-B783-6171F3F623C9}" sibTransId="{D8D42DD8-5FDB-4F97-84B4-7F97AE5B6265}"/>
    <dgm:cxn modelId="{3365D50D-6B1F-458C-906F-F3A4CF6F9CEC}" srcId="{778FB310-94B2-4F14-86F9-C3EF80A17647}" destId="{8E47EA5D-45FA-422C-97D8-7255B9313CEA}" srcOrd="0" destOrd="0" parTransId="{E0178555-E8AC-4F30-A781-56F4B5DA521B}" sibTransId="{13EB7D9D-BB74-4098-9396-58A50C085849}"/>
    <dgm:cxn modelId="{D7749A69-F5CA-4A70-963C-5C2A8D138947}" type="presOf" srcId="{79152903-2F54-40A5-A8AB-651A69DCBAC0}" destId="{A85137DE-355F-4FCB-91A1-868B7991EC48}" srcOrd="0" destOrd="0" presId="urn:microsoft.com/office/officeart/2005/8/layout/vList2"/>
    <dgm:cxn modelId="{EE2C2A87-EE51-4207-BDB3-74775A2CEB54}" srcId="{778FB310-94B2-4F14-86F9-C3EF80A17647}" destId="{247B66B8-5202-4918-BAED-01E36AA674D4}" srcOrd="2" destOrd="0" parTransId="{84506145-5402-4220-9723-EE686ACB1D50}" sibTransId="{202B8703-9575-464E-9ABE-61FA4D844C84}"/>
    <dgm:cxn modelId="{C8C8BEFC-8FE6-41B9-8A0C-8331CEE33BDA}" type="presOf" srcId="{247B66B8-5202-4918-BAED-01E36AA674D4}" destId="{F1463CD5-6F9B-45EC-A1FE-967BAE32751E}" srcOrd="0" destOrd="0" presId="urn:microsoft.com/office/officeart/2005/8/layout/vList2"/>
    <dgm:cxn modelId="{192FD5FC-F6D6-47CA-A444-46EFC8A6FA1B}" type="presOf" srcId="{778FB310-94B2-4F14-86F9-C3EF80A17647}" destId="{F9E2D1B3-9C8A-4EE5-9C32-8C9D1599EDB6}" srcOrd="0" destOrd="0" presId="urn:microsoft.com/office/officeart/2005/8/layout/vList2"/>
    <dgm:cxn modelId="{F5B4321C-E80E-4B64-82FC-A91E828BD78E}" type="presParOf" srcId="{F9E2D1B3-9C8A-4EE5-9C32-8C9D1599EDB6}" destId="{C3F62BCE-984E-4363-B1B8-E542760B27FA}" srcOrd="0" destOrd="0" presId="urn:microsoft.com/office/officeart/2005/8/layout/vList2"/>
    <dgm:cxn modelId="{EAC5ACEE-06CF-47AD-8450-D39F1BD4CC6E}" type="presParOf" srcId="{F9E2D1B3-9C8A-4EE5-9C32-8C9D1599EDB6}" destId="{18504DA5-B22F-4CDD-A7D4-CE06E43EAAE3}" srcOrd="1" destOrd="0" presId="urn:microsoft.com/office/officeart/2005/8/layout/vList2"/>
    <dgm:cxn modelId="{6824B5CD-49E9-4E1D-831D-0D9990EB29AD}" type="presParOf" srcId="{F9E2D1B3-9C8A-4EE5-9C32-8C9D1599EDB6}" destId="{A85137DE-355F-4FCB-91A1-868B7991EC48}" srcOrd="2" destOrd="0" presId="urn:microsoft.com/office/officeart/2005/8/layout/vList2"/>
    <dgm:cxn modelId="{5DC05FBB-2A4A-4039-8124-BA24019BE378}" type="presParOf" srcId="{F9E2D1B3-9C8A-4EE5-9C32-8C9D1599EDB6}" destId="{EEF0D891-36C0-4EA3-ACFD-51EE666CBC1B}" srcOrd="3" destOrd="0" presId="urn:microsoft.com/office/officeart/2005/8/layout/vList2"/>
    <dgm:cxn modelId="{92AE46A8-15A8-47F2-94C4-166048BE73A8}" type="presParOf" srcId="{F9E2D1B3-9C8A-4EE5-9C32-8C9D1599EDB6}" destId="{F1463CD5-6F9B-45EC-A1FE-967BAE32751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57AB7C-4419-466F-AADD-53F5B292C1B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314CCDD-700B-440B-A62E-5639A1275141}">
      <dgm:prSet/>
      <dgm:spPr/>
      <dgm:t>
        <a:bodyPr/>
        <a:lstStyle/>
        <a:p>
          <a:r>
            <a:rPr lang="en-US"/>
            <a:t>Integer</a:t>
          </a:r>
        </a:p>
      </dgm:t>
    </dgm:pt>
    <dgm:pt modelId="{8A715FBF-BAEA-4193-9E97-D27E535048D5}" type="parTrans" cxnId="{8EC2BEA1-FED9-49B5-8BF3-353E8DDE328B}">
      <dgm:prSet/>
      <dgm:spPr/>
      <dgm:t>
        <a:bodyPr/>
        <a:lstStyle/>
        <a:p>
          <a:endParaRPr lang="en-US"/>
        </a:p>
      </dgm:t>
    </dgm:pt>
    <dgm:pt modelId="{C9489FC9-1F68-4785-9CE1-95D66FE78D68}" type="sibTrans" cxnId="{8EC2BEA1-FED9-49B5-8BF3-353E8DDE328B}">
      <dgm:prSet/>
      <dgm:spPr/>
      <dgm:t>
        <a:bodyPr/>
        <a:lstStyle/>
        <a:p>
          <a:endParaRPr lang="en-US"/>
        </a:p>
      </dgm:t>
    </dgm:pt>
    <dgm:pt modelId="{62FB759C-D99B-47DF-B1C1-7AFC9E62EAF1}">
      <dgm:prSet/>
      <dgm:spPr/>
      <dgm:t>
        <a:bodyPr/>
        <a:lstStyle/>
        <a:p>
          <a:r>
            <a:rPr lang="en-US"/>
            <a:t>Tipe data yang merupakan bilangan bulat, contoh: 100, 32, 56</a:t>
          </a:r>
        </a:p>
      </dgm:t>
    </dgm:pt>
    <dgm:pt modelId="{1E4D61C4-C337-455E-9A2B-6D40B3BBAD9D}" type="parTrans" cxnId="{7B8C7072-9C92-46E5-A64C-11314C3C4A98}">
      <dgm:prSet/>
      <dgm:spPr/>
      <dgm:t>
        <a:bodyPr/>
        <a:lstStyle/>
        <a:p>
          <a:endParaRPr lang="en-US"/>
        </a:p>
      </dgm:t>
    </dgm:pt>
    <dgm:pt modelId="{20E4F437-DD77-458F-9580-111D3430F701}" type="sibTrans" cxnId="{7B8C7072-9C92-46E5-A64C-11314C3C4A98}">
      <dgm:prSet/>
      <dgm:spPr/>
      <dgm:t>
        <a:bodyPr/>
        <a:lstStyle/>
        <a:p>
          <a:endParaRPr lang="en-US"/>
        </a:p>
      </dgm:t>
    </dgm:pt>
    <dgm:pt modelId="{8E178310-E5E5-4E6E-A506-3D01A7EA0438}">
      <dgm:prSet/>
      <dgm:spPr/>
      <dgm:t>
        <a:bodyPr/>
        <a:lstStyle/>
        <a:p>
          <a:r>
            <a:rPr lang="en-US"/>
            <a:t>Float</a:t>
          </a:r>
        </a:p>
      </dgm:t>
    </dgm:pt>
    <dgm:pt modelId="{71D56021-2211-4BF8-A6D3-CE923F5544A5}" type="parTrans" cxnId="{8B777C55-4161-423C-BF5C-508B2BDD3265}">
      <dgm:prSet/>
      <dgm:spPr/>
      <dgm:t>
        <a:bodyPr/>
        <a:lstStyle/>
        <a:p>
          <a:endParaRPr lang="en-US"/>
        </a:p>
      </dgm:t>
    </dgm:pt>
    <dgm:pt modelId="{7FBF10E5-C8BB-45D0-BFF5-50A864998965}" type="sibTrans" cxnId="{8B777C55-4161-423C-BF5C-508B2BDD3265}">
      <dgm:prSet/>
      <dgm:spPr/>
      <dgm:t>
        <a:bodyPr/>
        <a:lstStyle/>
        <a:p>
          <a:endParaRPr lang="en-US"/>
        </a:p>
      </dgm:t>
    </dgm:pt>
    <dgm:pt modelId="{B22CDDEE-7D6C-429B-A314-2D36F4180F9D}">
      <dgm:prSet/>
      <dgm:spPr/>
      <dgm:t>
        <a:bodyPr/>
        <a:lstStyle/>
        <a:p>
          <a:r>
            <a:rPr lang="en-US"/>
            <a:t>Tipe data yang menyatakan bilangan pecahan/desimal, contoh: 0.7, 9.4, 7.7</a:t>
          </a:r>
        </a:p>
      </dgm:t>
    </dgm:pt>
    <dgm:pt modelId="{62150299-E79E-4674-839E-1043173BD345}" type="parTrans" cxnId="{B2C3445F-5ACA-43F7-900C-D585241FBDC0}">
      <dgm:prSet/>
      <dgm:spPr/>
      <dgm:t>
        <a:bodyPr/>
        <a:lstStyle/>
        <a:p>
          <a:endParaRPr lang="en-US"/>
        </a:p>
      </dgm:t>
    </dgm:pt>
    <dgm:pt modelId="{07E8B817-FE75-4052-8B6D-2FD09DDA8B07}" type="sibTrans" cxnId="{B2C3445F-5ACA-43F7-900C-D585241FBDC0}">
      <dgm:prSet/>
      <dgm:spPr/>
      <dgm:t>
        <a:bodyPr/>
        <a:lstStyle/>
        <a:p>
          <a:endParaRPr lang="en-US"/>
        </a:p>
      </dgm:t>
    </dgm:pt>
    <dgm:pt modelId="{5F30C3F3-23F4-4BB5-9759-BDE8BF5AA9C7}">
      <dgm:prSet/>
      <dgm:spPr/>
      <dgm:t>
        <a:bodyPr/>
        <a:lstStyle/>
        <a:p>
          <a:r>
            <a:rPr lang="en-US"/>
            <a:t>Hexadecimal</a:t>
          </a:r>
        </a:p>
      </dgm:t>
    </dgm:pt>
    <dgm:pt modelId="{FF50BC7D-2BFE-4A1A-93B7-E5E15CBDA4C8}" type="parTrans" cxnId="{8DD9EE90-5747-4300-9B50-1EE62193D4BC}">
      <dgm:prSet/>
      <dgm:spPr/>
      <dgm:t>
        <a:bodyPr/>
        <a:lstStyle/>
        <a:p>
          <a:endParaRPr lang="en-US"/>
        </a:p>
      </dgm:t>
    </dgm:pt>
    <dgm:pt modelId="{44854237-C8FB-4CCF-A2F4-94A5CCED87CD}" type="sibTrans" cxnId="{8DD9EE90-5747-4300-9B50-1EE62193D4BC}">
      <dgm:prSet/>
      <dgm:spPr/>
      <dgm:t>
        <a:bodyPr/>
        <a:lstStyle/>
        <a:p>
          <a:endParaRPr lang="en-US"/>
        </a:p>
      </dgm:t>
    </dgm:pt>
    <dgm:pt modelId="{3781623B-5BAE-4F1F-AEFD-7215DC7647B2}">
      <dgm:prSet/>
      <dgm:spPr/>
      <dgm:t>
        <a:bodyPr/>
        <a:lstStyle/>
        <a:p>
          <a:r>
            <a:rPr lang="en-US"/>
            <a:t>Tipe data yang menyatakan bilangan dalam format heksa (basis 16), contoh: ff, 1a, 4c</a:t>
          </a:r>
        </a:p>
      </dgm:t>
    </dgm:pt>
    <dgm:pt modelId="{82941ABC-7F1B-49AE-97FE-405B7F9C00E3}" type="parTrans" cxnId="{A5A40241-8FE1-45A9-82E2-2FF9B5689113}">
      <dgm:prSet/>
      <dgm:spPr/>
      <dgm:t>
        <a:bodyPr/>
        <a:lstStyle/>
        <a:p>
          <a:endParaRPr lang="en-US"/>
        </a:p>
      </dgm:t>
    </dgm:pt>
    <dgm:pt modelId="{ECCC4D12-F3B5-4961-A19F-5213D2F6917A}" type="sibTrans" cxnId="{A5A40241-8FE1-45A9-82E2-2FF9B5689113}">
      <dgm:prSet/>
      <dgm:spPr/>
      <dgm:t>
        <a:bodyPr/>
        <a:lstStyle/>
        <a:p>
          <a:endParaRPr lang="en-US"/>
        </a:p>
      </dgm:t>
    </dgm:pt>
    <dgm:pt modelId="{5A4E2B51-1D72-48FB-8B3C-A8F5AE25BBE9}">
      <dgm:prSet/>
      <dgm:spPr/>
      <dgm:t>
        <a:bodyPr/>
        <a:lstStyle/>
        <a:p>
          <a:r>
            <a:rPr lang="en-US"/>
            <a:t>Oktal</a:t>
          </a:r>
        </a:p>
      </dgm:t>
    </dgm:pt>
    <dgm:pt modelId="{87B5E4C4-44BB-4D84-BABA-A0F1B753BD69}" type="parTrans" cxnId="{8385DBC5-A839-481E-90F7-623C63037A50}">
      <dgm:prSet/>
      <dgm:spPr/>
      <dgm:t>
        <a:bodyPr/>
        <a:lstStyle/>
        <a:p>
          <a:endParaRPr lang="en-US"/>
        </a:p>
      </dgm:t>
    </dgm:pt>
    <dgm:pt modelId="{D67BE6A3-A8DC-4C48-A035-EF914E6BEC6C}" type="sibTrans" cxnId="{8385DBC5-A839-481E-90F7-623C63037A50}">
      <dgm:prSet/>
      <dgm:spPr/>
      <dgm:t>
        <a:bodyPr/>
        <a:lstStyle/>
        <a:p>
          <a:endParaRPr lang="en-US"/>
        </a:p>
      </dgm:t>
    </dgm:pt>
    <dgm:pt modelId="{1A41508D-9DD2-4A51-B304-69073DA0BDA4}">
      <dgm:prSet/>
      <dgm:spPr/>
      <dgm:t>
        <a:bodyPr/>
        <a:lstStyle/>
        <a:p>
          <a:r>
            <a:rPr lang="en-US"/>
            <a:t>Tipe data yang menyatakan bilangan dalam format okta (basis 8), contoh: 77, 17, 6776</a:t>
          </a:r>
        </a:p>
      </dgm:t>
    </dgm:pt>
    <dgm:pt modelId="{7BC4E7F1-7709-4EA2-AF1C-B096DA520DB9}" type="parTrans" cxnId="{0FC48FC5-E135-4F3F-8E5A-D32B76FBFFEE}">
      <dgm:prSet/>
      <dgm:spPr/>
      <dgm:t>
        <a:bodyPr/>
        <a:lstStyle/>
        <a:p>
          <a:endParaRPr lang="en-US"/>
        </a:p>
      </dgm:t>
    </dgm:pt>
    <dgm:pt modelId="{C2CA13D3-0F0A-45EA-8007-C4019552EC27}" type="sibTrans" cxnId="{0FC48FC5-E135-4F3F-8E5A-D32B76FBFFEE}">
      <dgm:prSet/>
      <dgm:spPr/>
      <dgm:t>
        <a:bodyPr/>
        <a:lstStyle/>
        <a:p>
          <a:endParaRPr lang="en-US"/>
        </a:p>
      </dgm:t>
    </dgm:pt>
    <dgm:pt modelId="{BD89DCB6-F710-4D33-B96A-9D7C3F242DCD}" type="pres">
      <dgm:prSet presAssocID="{8357AB7C-4419-466F-AADD-53F5B292C1BE}" presName="linear" presStyleCnt="0">
        <dgm:presLayoutVars>
          <dgm:animLvl val="lvl"/>
          <dgm:resizeHandles val="exact"/>
        </dgm:presLayoutVars>
      </dgm:prSet>
      <dgm:spPr/>
    </dgm:pt>
    <dgm:pt modelId="{D8E36BE6-698A-4A10-8F6E-E5A67C7647FC}" type="pres">
      <dgm:prSet presAssocID="{B314CCDD-700B-440B-A62E-5639A12751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34BF5A-6FAD-4CD8-9652-999414A46292}" type="pres">
      <dgm:prSet presAssocID="{B314CCDD-700B-440B-A62E-5639A1275141}" presName="childText" presStyleLbl="revTx" presStyleIdx="0" presStyleCnt="4">
        <dgm:presLayoutVars>
          <dgm:bulletEnabled val="1"/>
        </dgm:presLayoutVars>
      </dgm:prSet>
      <dgm:spPr/>
    </dgm:pt>
    <dgm:pt modelId="{26F703DA-69D7-4A65-87BA-D70282DA38C1}" type="pres">
      <dgm:prSet presAssocID="{8E178310-E5E5-4E6E-A506-3D01A7EA043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82F1E1-245F-4F4E-963D-2C369B6C496D}" type="pres">
      <dgm:prSet presAssocID="{8E178310-E5E5-4E6E-A506-3D01A7EA0438}" presName="childText" presStyleLbl="revTx" presStyleIdx="1" presStyleCnt="4">
        <dgm:presLayoutVars>
          <dgm:bulletEnabled val="1"/>
        </dgm:presLayoutVars>
      </dgm:prSet>
      <dgm:spPr/>
    </dgm:pt>
    <dgm:pt modelId="{F8DBEA10-FB76-4E8D-AB59-D85A566CA5C8}" type="pres">
      <dgm:prSet presAssocID="{5F30C3F3-23F4-4BB5-9759-BDE8BF5AA9C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F5D7F7-FBA5-48A3-8CEC-5E8CDC028D0B}" type="pres">
      <dgm:prSet presAssocID="{5F30C3F3-23F4-4BB5-9759-BDE8BF5AA9C7}" presName="childText" presStyleLbl="revTx" presStyleIdx="2" presStyleCnt="4">
        <dgm:presLayoutVars>
          <dgm:bulletEnabled val="1"/>
        </dgm:presLayoutVars>
      </dgm:prSet>
      <dgm:spPr/>
    </dgm:pt>
    <dgm:pt modelId="{3E70A01E-AFAD-4065-A0BF-BCC8FA1664F7}" type="pres">
      <dgm:prSet presAssocID="{5A4E2B51-1D72-48FB-8B3C-A8F5AE25BBE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29D1CF1-FEAD-46CA-86CF-7A2815BE56FB}" type="pres">
      <dgm:prSet presAssocID="{5A4E2B51-1D72-48FB-8B3C-A8F5AE25BBE9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D09732B-0822-42C8-BBBE-9869A5980036}" type="presOf" srcId="{5F30C3F3-23F4-4BB5-9759-BDE8BF5AA9C7}" destId="{F8DBEA10-FB76-4E8D-AB59-D85A566CA5C8}" srcOrd="0" destOrd="0" presId="urn:microsoft.com/office/officeart/2005/8/layout/vList2"/>
    <dgm:cxn modelId="{B2C3445F-5ACA-43F7-900C-D585241FBDC0}" srcId="{8E178310-E5E5-4E6E-A506-3D01A7EA0438}" destId="{B22CDDEE-7D6C-429B-A314-2D36F4180F9D}" srcOrd="0" destOrd="0" parTransId="{62150299-E79E-4674-839E-1043173BD345}" sibTransId="{07E8B817-FE75-4052-8B6D-2FD09DDA8B07}"/>
    <dgm:cxn modelId="{A5A40241-8FE1-45A9-82E2-2FF9B5689113}" srcId="{5F30C3F3-23F4-4BB5-9759-BDE8BF5AA9C7}" destId="{3781623B-5BAE-4F1F-AEFD-7215DC7647B2}" srcOrd="0" destOrd="0" parTransId="{82941ABC-7F1B-49AE-97FE-405B7F9C00E3}" sibTransId="{ECCC4D12-F3B5-4961-A19F-5213D2F6917A}"/>
    <dgm:cxn modelId="{24B79E6C-7EC8-40EB-A7D5-8B23A95E26BC}" type="presOf" srcId="{62FB759C-D99B-47DF-B1C1-7AFC9E62EAF1}" destId="{9634BF5A-6FAD-4CD8-9652-999414A46292}" srcOrd="0" destOrd="0" presId="urn:microsoft.com/office/officeart/2005/8/layout/vList2"/>
    <dgm:cxn modelId="{0AAA4B70-8708-4AD7-ABF9-D8D47F23824E}" type="presOf" srcId="{8E178310-E5E5-4E6E-A506-3D01A7EA0438}" destId="{26F703DA-69D7-4A65-87BA-D70282DA38C1}" srcOrd="0" destOrd="0" presId="urn:microsoft.com/office/officeart/2005/8/layout/vList2"/>
    <dgm:cxn modelId="{7B8C7072-9C92-46E5-A64C-11314C3C4A98}" srcId="{B314CCDD-700B-440B-A62E-5639A1275141}" destId="{62FB759C-D99B-47DF-B1C1-7AFC9E62EAF1}" srcOrd="0" destOrd="0" parTransId="{1E4D61C4-C337-455E-9A2B-6D40B3BBAD9D}" sibTransId="{20E4F437-DD77-458F-9580-111D3430F701}"/>
    <dgm:cxn modelId="{8B777C55-4161-423C-BF5C-508B2BDD3265}" srcId="{8357AB7C-4419-466F-AADD-53F5B292C1BE}" destId="{8E178310-E5E5-4E6E-A506-3D01A7EA0438}" srcOrd="1" destOrd="0" parTransId="{71D56021-2211-4BF8-A6D3-CE923F5544A5}" sibTransId="{7FBF10E5-C8BB-45D0-BFF5-50A864998965}"/>
    <dgm:cxn modelId="{B4447A58-7862-4F99-9C06-54A073E81119}" type="presOf" srcId="{5A4E2B51-1D72-48FB-8B3C-A8F5AE25BBE9}" destId="{3E70A01E-AFAD-4065-A0BF-BCC8FA1664F7}" srcOrd="0" destOrd="0" presId="urn:microsoft.com/office/officeart/2005/8/layout/vList2"/>
    <dgm:cxn modelId="{8DD9EE90-5747-4300-9B50-1EE62193D4BC}" srcId="{8357AB7C-4419-466F-AADD-53F5B292C1BE}" destId="{5F30C3F3-23F4-4BB5-9759-BDE8BF5AA9C7}" srcOrd="2" destOrd="0" parTransId="{FF50BC7D-2BFE-4A1A-93B7-E5E15CBDA4C8}" sibTransId="{44854237-C8FB-4CCF-A2F4-94A5CCED87CD}"/>
    <dgm:cxn modelId="{FBA3619B-2EB0-4392-840D-934F99AFD164}" type="presOf" srcId="{1A41508D-9DD2-4A51-B304-69073DA0BDA4}" destId="{729D1CF1-FEAD-46CA-86CF-7A2815BE56FB}" srcOrd="0" destOrd="0" presId="urn:microsoft.com/office/officeart/2005/8/layout/vList2"/>
    <dgm:cxn modelId="{8EC2BEA1-FED9-49B5-8BF3-353E8DDE328B}" srcId="{8357AB7C-4419-466F-AADD-53F5B292C1BE}" destId="{B314CCDD-700B-440B-A62E-5639A1275141}" srcOrd="0" destOrd="0" parTransId="{8A715FBF-BAEA-4193-9E97-D27E535048D5}" sibTransId="{C9489FC9-1F68-4785-9CE1-95D66FE78D68}"/>
    <dgm:cxn modelId="{72D6F1A7-ADE4-451C-99B5-280EA6994B3A}" type="presOf" srcId="{8357AB7C-4419-466F-AADD-53F5B292C1BE}" destId="{BD89DCB6-F710-4D33-B96A-9D7C3F242DCD}" srcOrd="0" destOrd="0" presId="urn:microsoft.com/office/officeart/2005/8/layout/vList2"/>
    <dgm:cxn modelId="{8BEEB6BF-45EC-48BF-8034-9DA268D18F63}" type="presOf" srcId="{B314CCDD-700B-440B-A62E-5639A1275141}" destId="{D8E36BE6-698A-4A10-8F6E-E5A67C7647FC}" srcOrd="0" destOrd="0" presId="urn:microsoft.com/office/officeart/2005/8/layout/vList2"/>
    <dgm:cxn modelId="{0FC48FC5-E135-4F3F-8E5A-D32B76FBFFEE}" srcId="{5A4E2B51-1D72-48FB-8B3C-A8F5AE25BBE9}" destId="{1A41508D-9DD2-4A51-B304-69073DA0BDA4}" srcOrd="0" destOrd="0" parTransId="{7BC4E7F1-7709-4EA2-AF1C-B096DA520DB9}" sibTransId="{C2CA13D3-0F0A-45EA-8007-C4019552EC27}"/>
    <dgm:cxn modelId="{8385DBC5-A839-481E-90F7-623C63037A50}" srcId="{8357AB7C-4419-466F-AADD-53F5B292C1BE}" destId="{5A4E2B51-1D72-48FB-8B3C-A8F5AE25BBE9}" srcOrd="3" destOrd="0" parTransId="{87B5E4C4-44BB-4D84-BABA-A0F1B753BD69}" sibTransId="{D67BE6A3-A8DC-4C48-A035-EF914E6BEC6C}"/>
    <dgm:cxn modelId="{C65B76E7-B6F0-4D83-B65E-2F45166495F2}" type="presOf" srcId="{3781623B-5BAE-4F1F-AEFD-7215DC7647B2}" destId="{ECF5D7F7-FBA5-48A3-8CEC-5E8CDC028D0B}" srcOrd="0" destOrd="0" presId="urn:microsoft.com/office/officeart/2005/8/layout/vList2"/>
    <dgm:cxn modelId="{E03738EB-F0BA-4431-A6DC-5F098F7AD7FA}" type="presOf" srcId="{B22CDDEE-7D6C-429B-A314-2D36F4180F9D}" destId="{5082F1E1-245F-4F4E-963D-2C369B6C496D}" srcOrd="0" destOrd="0" presId="urn:microsoft.com/office/officeart/2005/8/layout/vList2"/>
    <dgm:cxn modelId="{331D7AB1-E205-4584-AF0E-D8D84893FD7A}" type="presParOf" srcId="{BD89DCB6-F710-4D33-B96A-9D7C3F242DCD}" destId="{D8E36BE6-698A-4A10-8F6E-E5A67C7647FC}" srcOrd="0" destOrd="0" presId="urn:microsoft.com/office/officeart/2005/8/layout/vList2"/>
    <dgm:cxn modelId="{2038945F-9336-4492-9F2D-00F8EFC91800}" type="presParOf" srcId="{BD89DCB6-F710-4D33-B96A-9D7C3F242DCD}" destId="{9634BF5A-6FAD-4CD8-9652-999414A46292}" srcOrd="1" destOrd="0" presId="urn:microsoft.com/office/officeart/2005/8/layout/vList2"/>
    <dgm:cxn modelId="{E804D25F-A735-41C8-8F18-CCB76B8DBAE2}" type="presParOf" srcId="{BD89DCB6-F710-4D33-B96A-9D7C3F242DCD}" destId="{26F703DA-69D7-4A65-87BA-D70282DA38C1}" srcOrd="2" destOrd="0" presId="urn:microsoft.com/office/officeart/2005/8/layout/vList2"/>
    <dgm:cxn modelId="{16AADB55-791A-44BE-A7DB-6CB385D705D6}" type="presParOf" srcId="{BD89DCB6-F710-4D33-B96A-9D7C3F242DCD}" destId="{5082F1E1-245F-4F4E-963D-2C369B6C496D}" srcOrd="3" destOrd="0" presId="urn:microsoft.com/office/officeart/2005/8/layout/vList2"/>
    <dgm:cxn modelId="{4384EF58-EC0D-4E2F-8692-2E69092AB3A2}" type="presParOf" srcId="{BD89DCB6-F710-4D33-B96A-9D7C3F242DCD}" destId="{F8DBEA10-FB76-4E8D-AB59-D85A566CA5C8}" srcOrd="4" destOrd="0" presId="urn:microsoft.com/office/officeart/2005/8/layout/vList2"/>
    <dgm:cxn modelId="{08F7D06D-94BC-4C00-BD55-F6E836FE4E3D}" type="presParOf" srcId="{BD89DCB6-F710-4D33-B96A-9D7C3F242DCD}" destId="{ECF5D7F7-FBA5-48A3-8CEC-5E8CDC028D0B}" srcOrd="5" destOrd="0" presId="urn:microsoft.com/office/officeart/2005/8/layout/vList2"/>
    <dgm:cxn modelId="{98F47C24-3961-40FC-B78F-E20BC1F0CA5A}" type="presParOf" srcId="{BD89DCB6-F710-4D33-B96A-9D7C3F242DCD}" destId="{3E70A01E-AFAD-4065-A0BF-BCC8FA1664F7}" srcOrd="6" destOrd="0" presId="urn:microsoft.com/office/officeart/2005/8/layout/vList2"/>
    <dgm:cxn modelId="{38DA1DD8-0CFB-4190-BE5A-9AA2D2450C2C}" type="presParOf" srcId="{BD89DCB6-F710-4D33-B96A-9D7C3F242DCD}" destId="{729D1CF1-FEAD-46CA-86CF-7A2815BE56F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A39131-FC1A-4E4B-896E-ED8A38FC7E6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04151C-B677-4940-8B38-FCD8E8F6202E}">
      <dgm:prSet/>
      <dgm:spPr/>
      <dgm:t>
        <a:bodyPr/>
        <a:lstStyle/>
        <a:p>
          <a:r>
            <a:rPr lang="en-US"/>
            <a:t>Kode program yang dibuat dapat menjadi panjang tergantung dari kompleksitas program</a:t>
          </a:r>
        </a:p>
      </dgm:t>
    </dgm:pt>
    <dgm:pt modelId="{826E6148-A977-4DC4-A8CF-13F2BBCA175C}" type="parTrans" cxnId="{D3B8B171-88B9-442E-A6B8-787B89F9E53D}">
      <dgm:prSet/>
      <dgm:spPr/>
      <dgm:t>
        <a:bodyPr/>
        <a:lstStyle/>
        <a:p>
          <a:endParaRPr lang="en-US"/>
        </a:p>
      </dgm:t>
    </dgm:pt>
    <dgm:pt modelId="{66FB053E-5871-4157-90AA-81627EE2B921}" type="sibTrans" cxnId="{D3B8B171-88B9-442E-A6B8-787B89F9E53D}">
      <dgm:prSet/>
      <dgm:spPr/>
      <dgm:t>
        <a:bodyPr/>
        <a:lstStyle/>
        <a:p>
          <a:endParaRPr lang="en-US"/>
        </a:p>
      </dgm:t>
    </dgm:pt>
    <dgm:pt modelId="{1210E6EE-6F78-4E4F-B67E-DA495FBCFEAE}">
      <dgm:prSet/>
      <dgm:spPr/>
      <dgm:t>
        <a:bodyPr/>
        <a:lstStyle/>
        <a:p>
          <a:r>
            <a:rPr lang="en-US"/>
            <a:t>Menjadi sulit untuk dimengerti dan dipahami jalannya program</a:t>
          </a:r>
        </a:p>
      </dgm:t>
    </dgm:pt>
    <dgm:pt modelId="{2E391D01-0B93-4FB0-90E9-92E40A418878}" type="parTrans" cxnId="{A60A04EC-CA9B-4F95-BBCE-0D5F10C5A5C4}">
      <dgm:prSet/>
      <dgm:spPr/>
      <dgm:t>
        <a:bodyPr/>
        <a:lstStyle/>
        <a:p>
          <a:endParaRPr lang="en-US"/>
        </a:p>
      </dgm:t>
    </dgm:pt>
    <dgm:pt modelId="{4DEE525E-DD9E-4CAC-AEAD-D5AB2DA820FF}" type="sibTrans" cxnId="{A60A04EC-CA9B-4F95-BBCE-0D5F10C5A5C4}">
      <dgm:prSet/>
      <dgm:spPr/>
      <dgm:t>
        <a:bodyPr/>
        <a:lstStyle/>
        <a:p>
          <a:endParaRPr lang="en-US"/>
        </a:p>
      </dgm:t>
    </dgm:pt>
    <dgm:pt modelId="{48523420-5FF0-4D43-AA01-73059C5EF3A7}">
      <dgm:prSet/>
      <dgm:spPr/>
      <dgm:t>
        <a:bodyPr/>
        <a:lstStyle/>
        <a:p>
          <a:r>
            <a:rPr lang="en-US"/>
            <a:t>Solusinya adalah memecah kode program tersebut menjadi beberapa bagian</a:t>
          </a:r>
        </a:p>
      </dgm:t>
    </dgm:pt>
    <dgm:pt modelId="{7526D564-5619-4789-9168-92967A91735C}" type="parTrans" cxnId="{8E4B5313-49CF-44FD-82AD-C0A4B0953222}">
      <dgm:prSet/>
      <dgm:spPr/>
      <dgm:t>
        <a:bodyPr/>
        <a:lstStyle/>
        <a:p>
          <a:endParaRPr lang="en-US"/>
        </a:p>
      </dgm:t>
    </dgm:pt>
    <dgm:pt modelId="{6D853C96-0182-4E62-BE02-AE1BE68DBB03}" type="sibTrans" cxnId="{8E4B5313-49CF-44FD-82AD-C0A4B0953222}">
      <dgm:prSet/>
      <dgm:spPr/>
      <dgm:t>
        <a:bodyPr/>
        <a:lstStyle/>
        <a:p>
          <a:endParaRPr lang="en-US"/>
        </a:p>
      </dgm:t>
    </dgm:pt>
    <dgm:pt modelId="{27C2B567-3BB6-424D-B074-1BF741A898D5}">
      <dgm:prSet/>
      <dgm:spPr/>
      <dgm:t>
        <a:bodyPr/>
        <a:lstStyle/>
        <a:p>
          <a:r>
            <a:rPr lang="en-US"/>
            <a:t>Bagian tersebut disebut sebagai fungsi atau prosedur</a:t>
          </a:r>
        </a:p>
      </dgm:t>
    </dgm:pt>
    <dgm:pt modelId="{428C9807-D5E0-4EF7-8FB1-BF32BA6A2C22}" type="parTrans" cxnId="{3DFF6C06-EA9C-4F7C-ACAE-F9CCDB4364F9}">
      <dgm:prSet/>
      <dgm:spPr/>
      <dgm:t>
        <a:bodyPr/>
        <a:lstStyle/>
        <a:p>
          <a:endParaRPr lang="en-US"/>
        </a:p>
      </dgm:t>
    </dgm:pt>
    <dgm:pt modelId="{46595B30-275C-417B-85EC-A58E71E6CD0B}" type="sibTrans" cxnId="{3DFF6C06-EA9C-4F7C-ACAE-F9CCDB4364F9}">
      <dgm:prSet/>
      <dgm:spPr/>
      <dgm:t>
        <a:bodyPr/>
        <a:lstStyle/>
        <a:p>
          <a:endParaRPr lang="en-US"/>
        </a:p>
      </dgm:t>
    </dgm:pt>
    <dgm:pt modelId="{2803B973-0287-452C-A86A-E7D5C0EC3364}" type="pres">
      <dgm:prSet presAssocID="{E7A39131-FC1A-4E4B-896E-ED8A38FC7E6A}" presName="vert0" presStyleCnt="0">
        <dgm:presLayoutVars>
          <dgm:dir/>
          <dgm:animOne val="branch"/>
          <dgm:animLvl val="lvl"/>
        </dgm:presLayoutVars>
      </dgm:prSet>
      <dgm:spPr/>
    </dgm:pt>
    <dgm:pt modelId="{447F14B6-B314-4B63-A533-29382CCBBC49}" type="pres">
      <dgm:prSet presAssocID="{3C04151C-B677-4940-8B38-FCD8E8F6202E}" presName="thickLine" presStyleLbl="alignNode1" presStyleIdx="0" presStyleCnt="4"/>
      <dgm:spPr/>
    </dgm:pt>
    <dgm:pt modelId="{832C0626-FDE4-4200-9AB6-4E57CFA42F38}" type="pres">
      <dgm:prSet presAssocID="{3C04151C-B677-4940-8B38-FCD8E8F6202E}" presName="horz1" presStyleCnt="0"/>
      <dgm:spPr/>
    </dgm:pt>
    <dgm:pt modelId="{BB15084C-E832-45FA-B2A9-8A19AFBAE74C}" type="pres">
      <dgm:prSet presAssocID="{3C04151C-B677-4940-8B38-FCD8E8F6202E}" presName="tx1" presStyleLbl="revTx" presStyleIdx="0" presStyleCnt="4"/>
      <dgm:spPr/>
    </dgm:pt>
    <dgm:pt modelId="{F4ECE8F6-5F09-4AD9-A08A-E6F189EEFFB5}" type="pres">
      <dgm:prSet presAssocID="{3C04151C-B677-4940-8B38-FCD8E8F6202E}" presName="vert1" presStyleCnt="0"/>
      <dgm:spPr/>
    </dgm:pt>
    <dgm:pt modelId="{1F8A4BF0-1DAA-412C-A5BD-451CF0829A28}" type="pres">
      <dgm:prSet presAssocID="{1210E6EE-6F78-4E4F-B67E-DA495FBCFEAE}" presName="thickLine" presStyleLbl="alignNode1" presStyleIdx="1" presStyleCnt="4"/>
      <dgm:spPr/>
    </dgm:pt>
    <dgm:pt modelId="{1A1F0163-A38E-4757-992E-086EB660DFBF}" type="pres">
      <dgm:prSet presAssocID="{1210E6EE-6F78-4E4F-B67E-DA495FBCFEAE}" presName="horz1" presStyleCnt="0"/>
      <dgm:spPr/>
    </dgm:pt>
    <dgm:pt modelId="{25148A1C-BC04-4470-946D-3E379B161DC3}" type="pres">
      <dgm:prSet presAssocID="{1210E6EE-6F78-4E4F-B67E-DA495FBCFEAE}" presName="tx1" presStyleLbl="revTx" presStyleIdx="1" presStyleCnt="4"/>
      <dgm:spPr/>
    </dgm:pt>
    <dgm:pt modelId="{14701908-B9E3-45EB-94FC-4ABE346865A0}" type="pres">
      <dgm:prSet presAssocID="{1210E6EE-6F78-4E4F-B67E-DA495FBCFEAE}" presName="vert1" presStyleCnt="0"/>
      <dgm:spPr/>
    </dgm:pt>
    <dgm:pt modelId="{0CA284EC-3C2F-45D8-87AE-8CD8CC4B143F}" type="pres">
      <dgm:prSet presAssocID="{48523420-5FF0-4D43-AA01-73059C5EF3A7}" presName="thickLine" presStyleLbl="alignNode1" presStyleIdx="2" presStyleCnt="4"/>
      <dgm:spPr/>
    </dgm:pt>
    <dgm:pt modelId="{2E689D42-5420-45E3-838A-CEC9E09F6032}" type="pres">
      <dgm:prSet presAssocID="{48523420-5FF0-4D43-AA01-73059C5EF3A7}" presName="horz1" presStyleCnt="0"/>
      <dgm:spPr/>
    </dgm:pt>
    <dgm:pt modelId="{902B736A-713A-4E6B-B8D5-B8EA7EBB4EAA}" type="pres">
      <dgm:prSet presAssocID="{48523420-5FF0-4D43-AA01-73059C5EF3A7}" presName="tx1" presStyleLbl="revTx" presStyleIdx="2" presStyleCnt="4"/>
      <dgm:spPr/>
    </dgm:pt>
    <dgm:pt modelId="{5BD3B2D8-595B-4D62-AAAE-DEAC182168CA}" type="pres">
      <dgm:prSet presAssocID="{48523420-5FF0-4D43-AA01-73059C5EF3A7}" presName="vert1" presStyleCnt="0"/>
      <dgm:spPr/>
    </dgm:pt>
    <dgm:pt modelId="{7FB2F0F2-99E7-4506-A89B-ED8EB4271960}" type="pres">
      <dgm:prSet presAssocID="{27C2B567-3BB6-424D-B074-1BF741A898D5}" presName="thickLine" presStyleLbl="alignNode1" presStyleIdx="3" presStyleCnt="4"/>
      <dgm:spPr/>
    </dgm:pt>
    <dgm:pt modelId="{6A1FF97C-E351-412D-A4D8-FB74132BA8B1}" type="pres">
      <dgm:prSet presAssocID="{27C2B567-3BB6-424D-B074-1BF741A898D5}" presName="horz1" presStyleCnt="0"/>
      <dgm:spPr/>
    </dgm:pt>
    <dgm:pt modelId="{D1D51CF3-DA1C-40D3-A44C-84CBEF496E8D}" type="pres">
      <dgm:prSet presAssocID="{27C2B567-3BB6-424D-B074-1BF741A898D5}" presName="tx1" presStyleLbl="revTx" presStyleIdx="3" presStyleCnt="4"/>
      <dgm:spPr/>
    </dgm:pt>
    <dgm:pt modelId="{A6838FA1-0F9F-4622-8CF8-FA563ED5AD64}" type="pres">
      <dgm:prSet presAssocID="{27C2B567-3BB6-424D-B074-1BF741A898D5}" presName="vert1" presStyleCnt="0"/>
      <dgm:spPr/>
    </dgm:pt>
  </dgm:ptLst>
  <dgm:cxnLst>
    <dgm:cxn modelId="{3DFF6C06-EA9C-4F7C-ACAE-F9CCDB4364F9}" srcId="{E7A39131-FC1A-4E4B-896E-ED8A38FC7E6A}" destId="{27C2B567-3BB6-424D-B074-1BF741A898D5}" srcOrd="3" destOrd="0" parTransId="{428C9807-D5E0-4EF7-8FB1-BF32BA6A2C22}" sibTransId="{46595B30-275C-417B-85EC-A58E71E6CD0B}"/>
    <dgm:cxn modelId="{8E4B5313-49CF-44FD-82AD-C0A4B0953222}" srcId="{E7A39131-FC1A-4E4B-896E-ED8A38FC7E6A}" destId="{48523420-5FF0-4D43-AA01-73059C5EF3A7}" srcOrd="2" destOrd="0" parTransId="{7526D564-5619-4789-9168-92967A91735C}" sibTransId="{6D853C96-0182-4E62-BE02-AE1BE68DBB03}"/>
    <dgm:cxn modelId="{D5172A63-D909-453E-AA3C-3DF9D93B19A4}" type="presOf" srcId="{48523420-5FF0-4D43-AA01-73059C5EF3A7}" destId="{902B736A-713A-4E6B-B8D5-B8EA7EBB4EAA}" srcOrd="0" destOrd="0" presId="urn:microsoft.com/office/officeart/2008/layout/LinedList"/>
    <dgm:cxn modelId="{7676DB63-8BA3-4AA9-B6FD-1E456B209EFE}" type="presOf" srcId="{E7A39131-FC1A-4E4B-896E-ED8A38FC7E6A}" destId="{2803B973-0287-452C-A86A-E7D5C0EC3364}" srcOrd="0" destOrd="0" presId="urn:microsoft.com/office/officeart/2008/layout/LinedList"/>
    <dgm:cxn modelId="{D3B8B171-88B9-442E-A6B8-787B89F9E53D}" srcId="{E7A39131-FC1A-4E4B-896E-ED8A38FC7E6A}" destId="{3C04151C-B677-4940-8B38-FCD8E8F6202E}" srcOrd="0" destOrd="0" parTransId="{826E6148-A977-4DC4-A8CF-13F2BBCA175C}" sibTransId="{66FB053E-5871-4157-90AA-81627EE2B921}"/>
    <dgm:cxn modelId="{9EF57B7C-5D6D-4E5C-AB6F-9F099AE2E5AC}" type="presOf" srcId="{1210E6EE-6F78-4E4F-B67E-DA495FBCFEAE}" destId="{25148A1C-BC04-4470-946D-3E379B161DC3}" srcOrd="0" destOrd="0" presId="urn:microsoft.com/office/officeart/2008/layout/LinedList"/>
    <dgm:cxn modelId="{F2859E8D-B4E5-4F3E-AE9E-7DEEF4B8795B}" type="presOf" srcId="{27C2B567-3BB6-424D-B074-1BF741A898D5}" destId="{D1D51CF3-DA1C-40D3-A44C-84CBEF496E8D}" srcOrd="0" destOrd="0" presId="urn:microsoft.com/office/officeart/2008/layout/LinedList"/>
    <dgm:cxn modelId="{A60A04EC-CA9B-4F95-BBCE-0D5F10C5A5C4}" srcId="{E7A39131-FC1A-4E4B-896E-ED8A38FC7E6A}" destId="{1210E6EE-6F78-4E4F-B67E-DA495FBCFEAE}" srcOrd="1" destOrd="0" parTransId="{2E391D01-0B93-4FB0-90E9-92E40A418878}" sibTransId="{4DEE525E-DD9E-4CAC-AEAD-D5AB2DA820FF}"/>
    <dgm:cxn modelId="{9F53F1F9-961A-48BD-A0B2-45973EC6ABB7}" type="presOf" srcId="{3C04151C-B677-4940-8B38-FCD8E8F6202E}" destId="{BB15084C-E832-45FA-B2A9-8A19AFBAE74C}" srcOrd="0" destOrd="0" presId="urn:microsoft.com/office/officeart/2008/layout/LinedList"/>
    <dgm:cxn modelId="{8A302024-5ABD-4E36-8634-41FE85B51E01}" type="presParOf" srcId="{2803B973-0287-452C-A86A-E7D5C0EC3364}" destId="{447F14B6-B314-4B63-A533-29382CCBBC49}" srcOrd="0" destOrd="0" presId="urn:microsoft.com/office/officeart/2008/layout/LinedList"/>
    <dgm:cxn modelId="{A788FB22-622E-43C9-9AAF-52179774AD74}" type="presParOf" srcId="{2803B973-0287-452C-A86A-E7D5C0EC3364}" destId="{832C0626-FDE4-4200-9AB6-4E57CFA42F38}" srcOrd="1" destOrd="0" presId="urn:microsoft.com/office/officeart/2008/layout/LinedList"/>
    <dgm:cxn modelId="{C7C259A2-9C24-4F0A-AEBF-E29210274F54}" type="presParOf" srcId="{832C0626-FDE4-4200-9AB6-4E57CFA42F38}" destId="{BB15084C-E832-45FA-B2A9-8A19AFBAE74C}" srcOrd="0" destOrd="0" presId="urn:microsoft.com/office/officeart/2008/layout/LinedList"/>
    <dgm:cxn modelId="{7A0DACED-0FFE-40EE-A06D-27D5130A2D64}" type="presParOf" srcId="{832C0626-FDE4-4200-9AB6-4E57CFA42F38}" destId="{F4ECE8F6-5F09-4AD9-A08A-E6F189EEFFB5}" srcOrd="1" destOrd="0" presId="urn:microsoft.com/office/officeart/2008/layout/LinedList"/>
    <dgm:cxn modelId="{4A37078C-33D3-4C6B-9734-C9A0C9A17824}" type="presParOf" srcId="{2803B973-0287-452C-A86A-E7D5C0EC3364}" destId="{1F8A4BF0-1DAA-412C-A5BD-451CF0829A28}" srcOrd="2" destOrd="0" presId="urn:microsoft.com/office/officeart/2008/layout/LinedList"/>
    <dgm:cxn modelId="{5185AA3B-507C-4E7E-B6C0-D93F6082036E}" type="presParOf" srcId="{2803B973-0287-452C-A86A-E7D5C0EC3364}" destId="{1A1F0163-A38E-4757-992E-086EB660DFBF}" srcOrd="3" destOrd="0" presId="urn:microsoft.com/office/officeart/2008/layout/LinedList"/>
    <dgm:cxn modelId="{C5615775-1EFA-4D0A-9EC7-1E4A6021F779}" type="presParOf" srcId="{1A1F0163-A38E-4757-992E-086EB660DFBF}" destId="{25148A1C-BC04-4470-946D-3E379B161DC3}" srcOrd="0" destOrd="0" presId="urn:microsoft.com/office/officeart/2008/layout/LinedList"/>
    <dgm:cxn modelId="{EA988089-6EC8-4148-BF4C-8942969AC7BC}" type="presParOf" srcId="{1A1F0163-A38E-4757-992E-086EB660DFBF}" destId="{14701908-B9E3-45EB-94FC-4ABE346865A0}" srcOrd="1" destOrd="0" presId="urn:microsoft.com/office/officeart/2008/layout/LinedList"/>
    <dgm:cxn modelId="{AD036A6F-1348-4DB8-A3D3-4E41101D645A}" type="presParOf" srcId="{2803B973-0287-452C-A86A-E7D5C0EC3364}" destId="{0CA284EC-3C2F-45D8-87AE-8CD8CC4B143F}" srcOrd="4" destOrd="0" presId="urn:microsoft.com/office/officeart/2008/layout/LinedList"/>
    <dgm:cxn modelId="{6448EA21-1984-4FE9-9393-99A47081E07C}" type="presParOf" srcId="{2803B973-0287-452C-A86A-E7D5C0EC3364}" destId="{2E689D42-5420-45E3-838A-CEC9E09F6032}" srcOrd="5" destOrd="0" presId="urn:microsoft.com/office/officeart/2008/layout/LinedList"/>
    <dgm:cxn modelId="{9F04AB47-0B98-4E39-AE6C-665966980D10}" type="presParOf" srcId="{2E689D42-5420-45E3-838A-CEC9E09F6032}" destId="{902B736A-713A-4E6B-B8D5-B8EA7EBB4EAA}" srcOrd="0" destOrd="0" presId="urn:microsoft.com/office/officeart/2008/layout/LinedList"/>
    <dgm:cxn modelId="{F1466AB5-3E21-468E-BA9A-89B3F0E8BEAE}" type="presParOf" srcId="{2E689D42-5420-45E3-838A-CEC9E09F6032}" destId="{5BD3B2D8-595B-4D62-AAAE-DEAC182168CA}" srcOrd="1" destOrd="0" presId="urn:microsoft.com/office/officeart/2008/layout/LinedList"/>
    <dgm:cxn modelId="{3988B63B-C02E-4232-B397-E8E6B92B3F3C}" type="presParOf" srcId="{2803B973-0287-452C-A86A-E7D5C0EC3364}" destId="{7FB2F0F2-99E7-4506-A89B-ED8EB4271960}" srcOrd="6" destOrd="0" presId="urn:microsoft.com/office/officeart/2008/layout/LinedList"/>
    <dgm:cxn modelId="{1D949CFA-6695-435E-8BE1-2A8708EF80BF}" type="presParOf" srcId="{2803B973-0287-452C-A86A-E7D5C0EC3364}" destId="{6A1FF97C-E351-412D-A4D8-FB74132BA8B1}" srcOrd="7" destOrd="0" presId="urn:microsoft.com/office/officeart/2008/layout/LinedList"/>
    <dgm:cxn modelId="{2EE78C94-83DB-4083-BBF2-927897F187B0}" type="presParOf" srcId="{6A1FF97C-E351-412D-A4D8-FB74132BA8B1}" destId="{D1D51CF3-DA1C-40D3-A44C-84CBEF496E8D}" srcOrd="0" destOrd="0" presId="urn:microsoft.com/office/officeart/2008/layout/LinedList"/>
    <dgm:cxn modelId="{14C92043-E617-48A2-BFF6-ADABF466EF9F}" type="presParOf" srcId="{6A1FF97C-E351-412D-A4D8-FB74132BA8B1}" destId="{A6838FA1-0F9F-4622-8CF8-FA563ED5AD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34B2E1-15AA-480F-B6D6-BB554415E86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CFDC18-80A7-4EB7-B4D8-8191CD1492CD}">
      <dgm:prSet/>
      <dgm:spPr/>
      <dgm:t>
        <a:bodyPr/>
        <a:lstStyle/>
        <a:p>
          <a:r>
            <a:rPr lang="en-US"/>
            <a:t>Mencegah penulisan kode program yang berulang-ulang dalam suatu program</a:t>
          </a:r>
        </a:p>
      </dgm:t>
    </dgm:pt>
    <dgm:pt modelId="{1BD7D501-7FB1-47EB-BFCC-F50D4FA6527A}" type="parTrans" cxnId="{5D646FB5-38B0-4BC7-9648-9841979E164F}">
      <dgm:prSet/>
      <dgm:spPr/>
      <dgm:t>
        <a:bodyPr/>
        <a:lstStyle/>
        <a:p>
          <a:endParaRPr lang="en-US"/>
        </a:p>
      </dgm:t>
    </dgm:pt>
    <dgm:pt modelId="{2ACEA096-3850-42D7-BA3C-B968601265FB}" type="sibTrans" cxnId="{5D646FB5-38B0-4BC7-9648-9841979E164F}">
      <dgm:prSet/>
      <dgm:spPr/>
      <dgm:t>
        <a:bodyPr/>
        <a:lstStyle/>
        <a:p>
          <a:endParaRPr lang="en-US"/>
        </a:p>
      </dgm:t>
    </dgm:pt>
    <dgm:pt modelId="{A3B546C1-9FC2-4369-A63C-4E689184F6AE}">
      <dgm:prSet/>
      <dgm:spPr/>
      <dgm:t>
        <a:bodyPr/>
        <a:lstStyle/>
        <a:p>
          <a:r>
            <a:rPr lang="en-US"/>
            <a:t>Memungkinkan programmer menyusun kode program menjadi lebih kecil sehingga lebih efisien seusuai dengan tugasnya masing-masing</a:t>
          </a:r>
        </a:p>
      </dgm:t>
    </dgm:pt>
    <dgm:pt modelId="{395D8EF1-CD8E-4673-9A4F-9E4D242569AB}" type="parTrans" cxnId="{CFA89268-98F2-46EB-82F5-5E5DF39C3583}">
      <dgm:prSet/>
      <dgm:spPr/>
      <dgm:t>
        <a:bodyPr/>
        <a:lstStyle/>
        <a:p>
          <a:endParaRPr lang="en-US"/>
        </a:p>
      </dgm:t>
    </dgm:pt>
    <dgm:pt modelId="{8793E436-E159-42FB-8A6E-039B3F2E38B0}" type="sibTrans" cxnId="{CFA89268-98F2-46EB-82F5-5E5DF39C3583}">
      <dgm:prSet/>
      <dgm:spPr/>
      <dgm:t>
        <a:bodyPr/>
        <a:lstStyle/>
        <a:p>
          <a:endParaRPr lang="en-US"/>
        </a:p>
      </dgm:t>
    </dgm:pt>
    <dgm:pt modelId="{73EC89D8-AE9D-4749-B532-54C689C38088}" type="pres">
      <dgm:prSet presAssocID="{6234B2E1-15AA-480F-B6D6-BB554415E86D}" presName="vert0" presStyleCnt="0">
        <dgm:presLayoutVars>
          <dgm:dir/>
          <dgm:animOne val="branch"/>
          <dgm:animLvl val="lvl"/>
        </dgm:presLayoutVars>
      </dgm:prSet>
      <dgm:spPr/>
    </dgm:pt>
    <dgm:pt modelId="{8294594E-44B5-4A15-A4BC-DA38DCA77568}" type="pres">
      <dgm:prSet presAssocID="{42CFDC18-80A7-4EB7-B4D8-8191CD1492CD}" presName="thickLine" presStyleLbl="alignNode1" presStyleIdx="0" presStyleCnt="2"/>
      <dgm:spPr/>
    </dgm:pt>
    <dgm:pt modelId="{84029528-9295-4D2B-B338-49622C047DFB}" type="pres">
      <dgm:prSet presAssocID="{42CFDC18-80A7-4EB7-B4D8-8191CD1492CD}" presName="horz1" presStyleCnt="0"/>
      <dgm:spPr/>
    </dgm:pt>
    <dgm:pt modelId="{DAE756B9-4AFA-4F78-9FFD-BCFF24709C57}" type="pres">
      <dgm:prSet presAssocID="{42CFDC18-80A7-4EB7-B4D8-8191CD1492CD}" presName="tx1" presStyleLbl="revTx" presStyleIdx="0" presStyleCnt="2"/>
      <dgm:spPr/>
    </dgm:pt>
    <dgm:pt modelId="{3642E345-7EFC-4C64-83E7-1DDE59D4250D}" type="pres">
      <dgm:prSet presAssocID="{42CFDC18-80A7-4EB7-B4D8-8191CD1492CD}" presName="vert1" presStyleCnt="0"/>
      <dgm:spPr/>
    </dgm:pt>
    <dgm:pt modelId="{7D4324CA-6823-4D6A-880C-19BF3BE6CA0A}" type="pres">
      <dgm:prSet presAssocID="{A3B546C1-9FC2-4369-A63C-4E689184F6AE}" presName="thickLine" presStyleLbl="alignNode1" presStyleIdx="1" presStyleCnt="2"/>
      <dgm:spPr/>
    </dgm:pt>
    <dgm:pt modelId="{2E877C99-D823-4E6D-8805-EB5885273DBD}" type="pres">
      <dgm:prSet presAssocID="{A3B546C1-9FC2-4369-A63C-4E689184F6AE}" presName="horz1" presStyleCnt="0"/>
      <dgm:spPr/>
    </dgm:pt>
    <dgm:pt modelId="{E98E83AD-06C2-453A-AD1E-3A2B46F5AA00}" type="pres">
      <dgm:prSet presAssocID="{A3B546C1-9FC2-4369-A63C-4E689184F6AE}" presName="tx1" presStyleLbl="revTx" presStyleIdx="1" presStyleCnt="2"/>
      <dgm:spPr/>
    </dgm:pt>
    <dgm:pt modelId="{AC4F3340-ED7A-4ABD-82D2-5BD2EEAD20B6}" type="pres">
      <dgm:prSet presAssocID="{A3B546C1-9FC2-4369-A63C-4E689184F6AE}" presName="vert1" presStyleCnt="0"/>
      <dgm:spPr/>
    </dgm:pt>
  </dgm:ptLst>
  <dgm:cxnLst>
    <dgm:cxn modelId="{CFA89268-98F2-46EB-82F5-5E5DF39C3583}" srcId="{6234B2E1-15AA-480F-B6D6-BB554415E86D}" destId="{A3B546C1-9FC2-4369-A63C-4E689184F6AE}" srcOrd="1" destOrd="0" parTransId="{395D8EF1-CD8E-4673-9A4F-9E4D242569AB}" sibTransId="{8793E436-E159-42FB-8A6E-039B3F2E38B0}"/>
    <dgm:cxn modelId="{5CFD8657-9B11-474A-B00F-FEB11A5A9556}" type="presOf" srcId="{42CFDC18-80A7-4EB7-B4D8-8191CD1492CD}" destId="{DAE756B9-4AFA-4F78-9FFD-BCFF24709C57}" srcOrd="0" destOrd="0" presId="urn:microsoft.com/office/officeart/2008/layout/LinedList"/>
    <dgm:cxn modelId="{C85517A5-4DC9-4EB3-AE35-624D207F49D4}" type="presOf" srcId="{6234B2E1-15AA-480F-B6D6-BB554415E86D}" destId="{73EC89D8-AE9D-4749-B532-54C689C38088}" srcOrd="0" destOrd="0" presId="urn:microsoft.com/office/officeart/2008/layout/LinedList"/>
    <dgm:cxn modelId="{310EBBB2-7967-4738-880D-7C6F2CE5952C}" type="presOf" srcId="{A3B546C1-9FC2-4369-A63C-4E689184F6AE}" destId="{E98E83AD-06C2-453A-AD1E-3A2B46F5AA00}" srcOrd="0" destOrd="0" presId="urn:microsoft.com/office/officeart/2008/layout/LinedList"/>
    <dgm:cxn modelId="{5D646FB5-38B0-4BC7-9648-9841979E164F}" srcId="{6234B2E1-15AA-480F-B6D6-BB554415E86D}" destId="{42CFDC18-80A7-4EB7-B4D8-8191CD1492CD}" srcOrd="0" destOrd="0" parTransId="{1BD7D501-7FB1-47EB-BFCC-F50D4FA6527A}" sibTransId="{2ACEA096-3850-42D7-BA3C-B968601265FB}"/>
    <dgm:cxn modelId="{9B49209D-B4F2-46F2-ADA6-68B3890FC6A8}" type="presParOf" srcId="{73EC89D8-AE9D-4749-B532-54C689C38088}" destId="{8294594E-44B5-4A15-A4BC-DA38DCA77568}" srcOrd="0" destOrd="0" presId="urn:microsoft.com/office/officeart/2008/layout/LinedList"/>
    <dgm:cxn modelId="{E668E54F-0244-4875-B65D-4080449D29DC}" type="presParOf" srcId="{73EC89D8-AE9D-4749-B532-54C689C38088}" destId="{84029528-9295-4D2B-B338-49622C047DFB}" srcOrd="1" destOrd="0" presId="urn:microsoft.com/office/officeart/2008/layout/LinedList"/>
    <dgm:cxn modelId="{2366FB95-1EAA-4CE7-B528-90DA20E46302}" type="presParOf" srcId="{84029528-9295-4D2B-B338-49622C047DFB}" destId="{DAE756B9-4AFA-4F78-9FFD-BCFF24709C57}" srcOrd="0" destOrd="0" presId="urn:microsoft.com/office/officeart/2008/layout/LinedList"/>
    <dgm:cxn modelId="{340B1BB6-15F4-48E0-AD65-58D0DE7DC812}" type="presParOf" srcId="{84029528-9295-4D2B-B338-49622C047DFB}" destId="{3642E345-7EFC-4C64-83E7-1DDE59D4250D}" srcOrd="1" destOrd="0" presId="urn:microsoft.com/office/officeart/2008/layout/LinedList"/>
    <dgm:cxn modelId="{388FF356-CDD6-4A66-AC5C-0D07FE44D532}" type="presParOf" srcId="{73EC89D8-AE9D-4749-B532-54C689C38088}" destId="{7D4324CA-6823-4D6A-880C-19BF3BE6CA0A}" srcOrd="2" destOrd="0" presId="urn:microsoft.com/office/officeart/2008/layout/LinedList"/>
    <dgm:cxn modelId="{632749CA-9228-4F7D-93B6-3AF7626F0925}" type="presParOf" srcId="{73EC89D8-AE9D-4749-B532-54C689C38088}" destId="{2E877C99-D823-4E6D-8805-EB5885273DBD}" srcOrd="3" destOrd="0" presId="urn:microsoft.com/office/officeart/2008/layout/LinedList"/>
    <dgm:cxn modelId="{06A6BDB6-21E1-4807-AED6-DB678CE838B1}" type="presParOf" srcId="{2E877C99-D823-4E6D-8805-EB5885273DBD}" destId="{E98E83AD-06C2-453A-AD1E-3A2B46F5AA00}" srcOrd="0" destOrd="0" presId="urn:microsoft.com/office/officeart/2008/layout/LinedList"/>
    <dgm:cxn modelId="{E5272CD1-1351-4AEE-9BFE-A666DFCD077D}" type="presParOf" srcId="{2E877C99-D823-4E6D-8805-EB5885273DBD}" destId="{AC4F3340-ED7A-4ABD-82D2-5BD2EEAD20B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6958181-D002-4C3D-AE38-DF7FDC0BA15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D0D968-9A5A-4793-A048-4A169DDBC795}">
      <dgm:prSet/>
      <dgm:spPr/>
      <dgm:t>
        <a:bodyPr/>
        <a:lstStyle/>
        <a:p>
          <a:r>
            <a:rPr lang="en-US"/>
            <a:t>Variabel Lokal</a:t>
          </a:r>
        </a:p>
      </dgm:t>
    </dgm:pt>
    <dgm:pt modelId="{D0A016AF-E043-4040-A3BB-5575BAAF5CD4}" type="parTrans" cxnId="{F57C10AB-7650-4CB6-9219-9F7434587D01}">
      <dgm:prSet/>
      <dgm:spPr/>
      <dgm:t>
        <a:bodyPr/>
        <a:lstStyle/>
        <a:p>
          <a:endParaRPr lang="en-US"/>
        </a:p>
      </dgm:t>
    </dgm:pt>
    <dgm:pt modelId="{C21856F8-EE04-40E5-9E02-EE4D0A72F76E}" type="sibTrans" cxnId="{F57C10AB-7650-4CB6-9219-9F7434587D01}">
      <dgm:prSet/>
      <dgm:spPr/>
      <dgm:t>
        <a:bodyPr/>
        <a:lstStyle/>
        <a:p>
          <a:endParaRPr lang="en-US"/>
        </a:p>
      </dgm:t>
    </dgm:pt>
    <dgm:pt modelId="{2E648ED0-58F6-4AAB-A320-5D0B27350F26}">
      <dgm:prSet/>
      <dgm:spPr/>
      <dgm:t>
        <a:bodyPr/>
        <a:lstStyle/>
        <a:p>
          <a:r>
            <a:rPr lang="en-US"/>
            <a:t>Yaitu variabel yang hanya bisa diakses di dalam sebuah fungsi saja, dimana variabel tersebut didefinisikan.</a:t>
          </a:r>
        </a:p>
      </dgm:t>
    </dgm:pt>
    <dgm:pt modelId="{289A98F4-E787-4B86-84D1-F5D083BF2F1C}" type="parTrans" cxnId="{A54528E4-5991-4AA0-8BDA-369309154B2E}">
      <dgm:prSet/>
      <dgm:spPr/>
      <dgm:t>
        <a:bodyPr/>
        <a:lstStyle/>
        <a:p>
          <a:endParaRPr lang="en-US"/>
        </a:p>
      </dgm:t>
    </dgm:pt>
    <dgm:pt modelId="{7427C1E9-C9BE-4E9D-9B6E-664AC65DF273}" type="sibTrans" cxnId="{A54528E4-5991-4AA0-8BDA-369309154B2E}">
      <dgm:prSet/>
      <dgm:spPr/>
      <dgm:t>
        <a:bodyPr/>
        <a:lstStyle/>
        <a:p>
          <a:endParaRPr lang="en-US"/>
        </a:p>
      </dgm:t>
    </dgm:pt>
    <dgm:pt modelId="{9669E076-3500-488F-AAE3-ECDEE0C74E2B}">
      <dgm:prSet/>
      <dgm:spPr/>
      <dgm:t>
        <a:bodyPr/>
        <a:lstStyle/>
        <a:p>
          <a:r>
            <a:rPr lang="en-US"/>
            <a:t>Variabel Global</a:t>
          </a:r>
        </a:p>
      </dgm:t>
    </dgm:pt>
    <dgm:pt modelId="{5D7B37AA-D642-4986-9D2B-DDBD8BFB7D05}" type="parTrans" cxnId="{29ED89A5-F5AE-4898-9619-166612C028E7}">
      <dgm:prSet/>
      <dgm:spPr/>
      <dgm:t>
        <a:bodyPr/>
        <a:lstStyle/>
        <a:p>
          <a:endParaRPr lang="en-US"/>
        </a:p>
      </dgm:t>
    </dgm:pt>
    <dgm:pt modelId="{B0A27EFE-4F3F-4D6C-BE61-3448D3C6AEB3}" type="sibTrans" cxnId="{29ED89A5-F5AE-4898-9619-166612C028E7}">
      <dgm:prSet/>
      <dgm:spPr/>
      <dgm:t>
        <a:bodyPr/>
        <a:lstStyle/>
        <a:p>
          <a:endParaRPr lang="en-US"/>
        </a:p>
      </dgm:t>
    </dgm:pt>
    <dgm:pt modelId="{E8872697-C16E-4CF4-A160-0B6B14D1D462}">
      <dgm:prSet/>
      <dgm:spPr/>
      <dgm:t>
        <a:bodyPr/>
        <a:lstStyle/>
        <a:p>
          <a:r>
            <a:rPr lang="en-US"/>
            <a:t>Yaitu variabel yang didefinisikan di luar fungsi sehingga dapat diakses dari mana saja.</a:t>
          </a:r>
        </a:p>
      </dgm:t>
    </dgm:pt>
    <dgm:pt modelId="{26C01C7D-07C7-4FE6-990C-E9D754DB1945}" type="parTrans" cxnId="{B3B28609-559D-490C-A3E5-7093E63C9934}">
      <dgm:prSet/>
      <dgm:spPr/>
      <dgm:t>
        <a:bodyPr/>
        <a:lstStyle/>
        <a:p>
          <a:endParaRPr lang="en-US"/>
        </a:p>
      </dgm:t>
    </dgm:pt>
    <dgm:pt modelId="{AE3FDBCF-D878-4FE2-A60B-A0BEFDE0A464}" type="sibTrans" cxnId="{B3B28609-559D-490C-A3E5-7093E63C9934}">
      <dgm:prSet/>
      <dgm:spPr/>
      <dgm:t>
        <a:bodyPr/>
        <a:lstStyle/>
        <a:p>
          <a:endParaRPr lang="en-US"/>
        </a:p>
      </dgm:t>
    </dgm:pt>
    <dgm:pt modelId="{09607C85-9AB1-4718-89D6-CBA420990886}" type="pres">
      <dgm:prSet presAssocID="{86958181-D002-4C3D-AE38-DF7FDC0BA15C}" presName="linear" presStyleCnt="0">
        <dgm:presLayoutVars>
          <dgm:dir/>
          <dgm:animLvl val="lvl"/>
          <dgm:resizeHandles val="exact"/>
        </dgm:presLayoutVars>
      </dgm:prSet>
      <dgm:spPr/>
    </dgm:pt>
    <dgm:pt modelId="{26F79837-7243-493D-9CA0-A407616D7D0A}" type="pres">
      <dgm:prSet presAssocID="{52D0D968-9A5A-4793-A048-4A169DDBC795}" presName="parentLin" presStyleCnt="0"/>
      <dgm:spPr/>
    </dgm:pt>
    <dgm:pt modelId="{4D0A12E4-532D-4496-920C-142908676307}" type="pres">
      <dgm:prSet presAssocID="{52D0D968-9A5A-4793-A048-4A169DDBC795}" presName="parentLeftMargin" presStyleLbl="node1" presStyleIdx="0" presStyleCnt="2"/>
      <dgm:spPr/>
    </dgm:pt>
    <dgm:pt modelId="{018D8FA7-9D3A-4AB5-A3A7-7A0BA8920BDF}" type="pres">
      <dgm:prSet presAssocID="{52D0D968-9A5A-4793-A048-4A169DDBC79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18D6B9-20EA-4881-9EB3-B4BA179AD519}" type="pres">
      <dgm:prSet presAssocID="{52D0D968-9A5A-4793-A048-4A169DDBC795}" presName="negativeSpace" presStyleCnt="0"/>
      <dgm:spPr/>
    </dgm:pt>
    <dgm:pt modelId="{36067193-7017-46A7-B444-FA9B9AE5CCC2}" type="pres">
      <dgm:prSet presAssocID="{52D0D968-9A5A-4793-A048-4A169DDBC795}" presName="childText" presStyleLbl="conFgAcc1" presStyleIdx="0" presStyleCnt="2">
        <dgm:presLayoutVars>
          <dgm:bulletEnabled val="1"/>
        </dgm:presLayoutVars>
      </dgm:prSet>
      <dgm:spPr/>
    </dgm:pt>
    <dgm:pt modelId="{CB23EF14-BC31-4CD6-8B97-462411A62959}" type="pres">
      <dgm:prSet presAssocID="{C21856F8-EE04-40E5-9E02-EE4D0A72F76E}" presName="spaceBetweenRectangles" presStyleCnt="0"/>
      <dgm:spPr/>
    </dgm:pt>
    <dgm:pt modelId="{1F8760A7-2F3E-43DE-92A6-0B400C0F3144}" type="pres">
      <dgm:prSet presAssocID="{9669E076-3500-488F-AAE3-ECDEE0C74E2B}" presName="parentLin" presStyleCnt="0"/>
      <dgm:spPr/>
    </dgm:pt>
    <dgm:pt modelId="{DE5BE6BA-EAEC-48C7-9E03-644775818906}" type="pres">
      <dgm:prSet presAssocID="{9669E076-3500-488F-AAE3-ECDEE0C74E2B}" presName="parentLeftMargin" presStyleLbl="node1" presStyleIdx="0" presStyleCnt="2"/>
      <dgm:spPr/>
    </dgm:pt>
    <dgm:pt modelId="{E16B06F8-0A02-40E4-9DB2-1705C8959F26}" type="pres">
      <dgm:prSet presAssocID="{9669E076-3500-488F-AAE3-ECDEE0C74E2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3A6705C-75C6-4C2F-8663-A9CB7BE86462}" type="pres">
      <dgm:prSet presAssocID="{9669E076-3500-488F-AAE3-ECDEE0C74E2B}" presName="negativeSpace" presStyleCnt="0"/>
      <dgm:spPr/>
    </dgm:pt>
    <dgm:pt modelId="{3146548F-252E-4140-B33C-90D99560BEAA}" type="pres">
      <dgm:prSet presAssocID="{9669E076-3500-488F-AAE3-ECDEE0C74E2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B415E07-B8BD-48D9-8C71-0CDEBCB1EE0D}" type="presOf" srcId="{86958181-D002-4C3D-AE38-DF7FDC0BA15C}" destId="{09607C85-9AB1-4718-89D6-CBA420990886}" srcOrd="0" destOrd="0" presId="urn:microsoft.com/office/officeart/2005/8/layout/list1"/>
    <dgm:cxn modelId="{B3B28609-559D-490C-A3E5-7093E63C9934}" srcId="{9669E076-3500-488F-AAE3-ECDEE0C74E2B}" destId="{E8872697-C16E-4CF4-A160-0B6B14D1D462}" srcOrd="0" destOrd="0" parTransId="{26C01C7D-07C7-4FE6-990C-E9D754DB1945}" sibTransId="{AE3FDBCF-D878-4FE2-A60B-A0BEFDE0A464}"/>
    <dgm:cxn modelId="{24794D19-611A-4949-A3EE-0837752C6D6F}" type="presOf" srcId="{9669E076-3500-488F-AAE3-ECDEE0C74E2B}" destId="{E16B06F8-0A02-40E4-9DB2-1705C8959F26}" srcOrd="1" destOrd="0" presId="urn:microsoft.com/office/officeart/2005/8/layout/list1"/>
    <dgm:cxn modelId="{C3441726-2BC1-4F9E-A73A-4E238E87C829}" type="presOf" srcId="{2E648ED0-58F6-4AAB-A320-5D0B27350F26}" destId="{36067193-7017-46A7-B444-FA9B9AE5CCC2}" srcOrd="0" destOrd="0" presId="urn:microsoft.com/office/officeart/2005/8/layout/list1"/>
    <dgm:cxn modelId="{E841253B-2590-4215-A4FB-778D3DD93F4F}" type="presOf" srcId="{52D0D968-9A5A-4793-A048-4A169DDBC795}" destId="{018D8FA7-9D3A-4AB5-A3A7-7A0BA8920BDF}" srcOrd="1" destOrd="0" presId="urn:microsoft.com/office/officeart/2005/8/layout/list1"/>
    <dgm:cxn modelId="{B5DBF378-EA03-4005-9EEF-3727CC7D5143}" type="presOf" srcId="{E8872697-C16E-4CF4-A160-0B6B14D1D462}" destId="{3146548F-252E-4140-B33C-90D99560BEAA}" srcOrd="0" destOrd="0" presId="urn:microsoft.com/office/officeart/2005/8/layout/list1"/>
    <dgm:cxn modelId="{2EBBB479-5D1F-40B5-8626-7B250FE5C8DE}" type="presOf" srcId="{52D0D968-9A5A-4793-A048-4A169DDBC795}" destId="{4D0A12E4-532D-4496-920C-142908676307}" srcOrd="0" destOrd="0" presId="urn:microsoft.com/office/officeart/2005/8/layout/list1"/>
    <dgm:cxn modelId="{29ED89A5-F5AE-4898-9619-166612C028E7}" srcId="{86958181-D002-4C3D-AE38-DF7FDC0BA15C}" destId="{9669E076-3500-488F-AAE3-ECDEE0C74E2B}" srcOrd="1" destOrd="0" parTransId="{5D7B37AA-D642-4986-9D2B-DDBD8BFB7D05}" sibTransId="{B0A27EFE-4F3F-4D6C-BE61-3448D3C6AEB3}"/>
    <dgm:cxn modelId="{F57C10AB-7650-4CB6-9219-9F7434587D01}" srcId="{86958181-D002-4C3D-AE38-DF7FDC0BA15C}" destId="{52D0D968-9A5A-4793-A048-4A169DDBC795}" srcOrd="0" destOrd="0" parTransId="{D0A016AF-E043-4040-A3BB-5575BAAF5CD4}" sibTransId="{C21856F8-EE04-40E5-9E02-EE4D0A72F76E}"/>
    <dgm:cxn modelId="{5822F8DF-D92A-462B-930F-43F3AE5E8213}" type="presOf" srcId="{9669E076-3500-488F-AAE3-ECDEE0C74E2B}" destId="{DE5BE6BA-EAEC-48C7-9E03-644775818906}" srcOrd="0" destOrd="0" presId="urn:microsoft.com/office/officeart/2005/8/layout/list1"/>
    <dgm:cxn modelId="{A54528E4-5991-4AA0-8BDA-369309154B2E}" srcId="{52D0D968-9A5A-4793-A048-4A169DDBC795}" destId="{2E648ED0-58F6-4AAB-A320-5D0B27350F26}" srcOrd="0" destOrd="0" parTransId="{289A98F4-E787-4B86-84D1-F5D083BF2F1C}" sibTransId="{7427C1E9-C9BE-4E9D-9B6E-664AC65DF273}"/>
    <dgm:cxn modelId="{B8CDE24C-551E-4286-AF2D-A3C3C49111AC}" type="presParOf" srcId="{09607C85-9AB1-4718-89D6-CBA420990886}" destId="{26F79837-7243-493D-9CA0-A407616D7D0A}" srcOrd="0" destOrd="0" presId="urn:microsoft.com/office/officeart/2005/8/layout/list1"/>
    <dgm:cxn modelId="{48B94151-3CB7-4D3F-9FBF-50A7F5C51DFB}" type="presParOf" srcId="{26F79837-7243-493D-9CA0-A407616D7D0A}" destId="{4D0A12E4-532D-4496-920C-142908676307}" srcOrd="0" destOrd="0" presId="urn:microsoft.com/office/officeart/2005/8/layout/list1"/>
    <dgm:cxn modelId="{592FEACE-9826-4496-B831-F48D93D575CC}" type="presParOf" srcId="{26F79837-7243-493D-9CA0-A407616D7D0A}" destId="{018D8FA7-9D3A-4AB5-A3A7-7A0BA8920BDF}" srcOrd="1" destOrd="0" presId="urn:microsoft.com/office/officeart/2005/8/layout/list1"/>
    <dgm:cxn modelId="{A16DA6F7-5618-46AC-8B96-6756E56BCD76}" type="presParOf" srcId="{09607C85-9AB1-4718-89D6-CBA420990886}" destId="{0318D6B9-20EA-4881-9EB3-B4BA179AD519}" srcOrd="1" destOrd="0" presId="urn:microsoft.com/office/officeart/2005/8/layout/list1"/>
    <dgm:cxn modelId="{D9760CF2-4425-4303-A229-58221A241D0B}" type="presParOf" srcId="{09607C85-9AB1-4718-89D6-CBA420990886}" destId="{36067193-7017-46A7-B444-FA9B9AE5CCC2}" srcOrd="2" destOrd="0" presId="urn:microsoft.com/office/officeart/2005/8/layout/list1"/>
    <dgm:cxn modelId="{04632605-55B8-4CB2-8868-3D597E61534A}" type="presParOf" srcId="{09607C85-9AB1-4718-89D6-CBA420990886}" destId="{CB23EF14-BC31-4CD6-8B97-462411A62959}" srcOrd="3" destOrd="0" presId="urn:microsoft.com/office/officeart/2005/8/layout/list1"/>
    <dgm:cxn modelId="{8F1D6F84-89A4-4C0C-BF77-C767DDD617BC}" type="presParOf" srcId="{09607C85-9AB1-4718-89D6-CBA420990886}" destId="{1F8760A7-2F3E-43DE-92A6-0B400C0F3144}" srcOrd="4" destOrd="0" presId="urn:microsoft.com/office/officeart/2005/8/layout/list1"/>
    <dgm:cxn modelId="{1D1C5D2E-EB40-422F-89AA-4E72EAE37802}" type="presParOf" srcId="{1F8760A7-2F3E-43DE-92A6-0B400C0F3144}" destId="{DE5BE6BA-EAEC-48C7-9E03-644775818906}" srcOrd="0" destOrd="0" presId="urn:microsoft.com/office/officeart/2005/8/layout/list1"/>
    <dgm:cxn modelId="{04DB81A7-9D6B-411D-B68C-A52B441D79B7}" type="presParOf" srcId="{1F8760A7-2F3E-43DE-92A6-0B400C0F3144}" destId="{E16B06F8-0A02-40E4-9DB2-1705C8959F26}" srcOrd="1" destOrd="0" presId="urn:microsoft.com/office/officeart/2005/8/layout/list1"/>
    <dgm:cxn modelId="{8305EA67-511A-4080-A4C4-78A21D325068}" type="presParOf" srcId="{09607C85-9AB1-4718-89D6-CBA420990886}" destId="{33A6705C-75C6-4C2F-8663-A9CB7BE86462}" srcOrd="5" destOrd="0" presId="urn:microsoft.com/office/officeart/2005/8/layout/list1"/>
    <dgm:cxn modelId="{111E7E5A-2A1E-47F8-8FD3-E4A6465B09AE}" type="presParOf" srcId="{09607C85-9AB1-4718-89D6-CBA420990886}" destId="{3146548F-252E-4140-B33C-90D99560BEA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B9259-CD6B-49BD-85AD-8BD127B7A22C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1512C-D164-4279-AAD5-2070D4068951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Lokasi memori yang dapat digunakan untuk menyimpan suatu nilai.</a:t>
          </a:r>
        </a:p>
      </dsp:txBody>
      <dsp:txXfrm>
        <a:off x="398656" y="1088253"/>
        <a:ext cx="2959127" cy="1837317"/>
      </dsp:txXfrm>
    </dsp:sp>
    <dsp:sp modelId="{A717BFED-B7C6-40AF-AF8B-CCD22B82897A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565E7-8846-4959-8EDE-46BBF180753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Nilai dapat diubah sewaktu-waktu sesuai dengan kebutuhan.</a:t>
          </a:r>
        </a:p>
      </dsp:txBody>
      <dsp:txXfrm>
        <a:off x="4155097" y="1088253"/>
        <a:ext cx="2959127" cy="1837317"/>
      </dsp:txXfrm>
    </dsp:sp>
    <dsp:sp modelId="{F452CC85-E77B-4FDD-B98D-2412DCBA0430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0EDFC-8D17-40BE-93B2-DCBA08C01C6B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Bersifat dinamis dan tidak perlu dideklarasikan dengan tipe data tertentu.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1E025-C6AB-4F92-A6B2-AF78C55D9C92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751961"/>
        <a:ext cx="28878" cy="5775"/>
      </dsp:txXfrm>
    </dsp:sp>
    <dsp:sp modelId="{32EA7E80-3008-4F68-8A6C-E6760B3E67AC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Diawali dengan huruf atau garis bawah “_”</a:t>
          </a:r>
        </a:p>
      </dsp:txBody>
      <dsp:txXfrm>
        <a:off x="105624" y="1502"/>
        <a:ext cx="2511156" cy="1506693"/>
      </dsp:txXfrm>
    </dsp:sp>
    <dsp:sp modelId="{B50C7B39-F82C-4797-B555-442E68261DF7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6350" cap="flat" cmpd="sng" algn="ctr">
          <a:solidFill>
            <a:schemeClr val="accent5">
              <a:hueOff val="-1838336"/>
              <a:satOff val="-2557"/>
              <a:lumOff val="-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1776991"/>
        <a:ext cx="157112" cy="5775"/>
      </dsp:txXfrm>
    </dsp:sp>
    <dsp:sp modelId="{712F8F11-C2CA-46FA-8F3C-1183BA80C0AB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Karakter berikutnya dapat berupa huruf, angka atau “_”</a:t>
          </a:r>
        </a:p>
      </dsp:txBody>
      <dsp:txXfrm>
        <a:off x="3194346" y="1502"/>
        <a:ext cx="2511156" cy="1506693"/>
      </dsp:txXfrm>
    </dsp:sp>
    <dsp:sp modelId="{8E4F7961-A04C-4959-8858-18B033D05975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2836221"/>
        <a:ext cx="28878" cy="5775"/>
      </dsp:txXfrm>
    </dsp:sp>
    <dsp:sp modelId="{E021B165-DEFC-4080-8798-98D0A2DFAD55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Panjang variabel tidak terbatas</a:t>
          </a:r>
        </a:p>
      </dsp:txBody>
      <dsp:txXfrm>
        <a:off x="105624" y="2085762"/>
        <a:ext cx="2511156" cy="1506693"/>
      </dsp:txXfrm>
    </dsp:sp>
    <dsp:sp modelId="{788B6A2D-EBAD-4661-840F-D3ACE19E9C34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6350" cap="flat" cmpd="sng" algn="ctr">
          <a:solidFill>
            <a:schemeClr val="accent5">
              <a:hueOff val="-5515009"/>
              <a:satOff val="-7671"/>
              <a:lumOff val="-29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3861251"/>
        <a:ext cx="157112" cy="5775"/>
      </dsp:txXfrm>
    </dsp:sp>
    <dsp:sp modelId="{C58B96FD-EE64-41F4-B7C9-EEF368E748A2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Bersifat case sensitive</a:t>
          </a:r>
        </a:p>
      </dsp:txBody>
      <dsp:txXfrm>
        <a:off x="3194346" y="2085762"/>
        <a:ext cx="2511156" cy="1506693"/>
      </dsp:txXfrm>
    </dsp:sp>
    <dsp:sp modelId="{26B6D5A6-8568-4164-91BB-9850B4E9FE83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4920481"/>
        <a:ext cx="28878" cy="5775"/>
      </dsp:txXfrm>
    </dsp:sp>
    <dsp:sp modelId="{FB62DB9F-CDC4-475C-98C8-C8CAFCF8502B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Jangan menggunakan keyword python</a:t>
          </a:r>
        </a:p>
      </dsp:txBody>
      <dsp:txXfrm>
        <a:off x="105624" y="4170022"/>
        <a:ext cx="2511156" cy="1506693"/>
      </dsp:txXfrm>
    </dsp:sp>
    <dsp:sp modelId="{FAD8A3BB-7D5A-4399-BCD4-87018D121443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Untuk mendeklarasikan variabel cukup menuliskan nama variabel</a:t>
          </a:r>
        </a:p>
      </dsp:txBody>
      <dsp:txXfrm>
        <a:off x="3194346" y="4170022"/>
        <a:ext cx="2511156" cy="15066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D2404-7C35-4804-B010-F4D0FDF4F38A}">
      <dsp:nvSpPr>
        <dsp:cNvPr id="0" name=""/>
        <dsp:cNvSpPr/>
      </dsp:nvSpPr>
      <dsp:spPr>
        <a:xfrm>
          <a:off x="0" y="39760"/>
          <a:ext cx="5811128" cy="13521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Terdapat 2 (dua) tipe data dasar, yaitu:</a:t>
          </a:r>
        </a:p>
      </dsp:txBody>
      <dsp:txXfrm>
        <a:off x="66007" y="105767"/>
        <a:ext cx="5679114" cy="1220140"/>
      </dsp:txXfrm>
    </dsp:sp>
    <dsp:sp modelId="{D7AE20CC-3265-453D-BD66-913D5615C4F4}">
      <dsp:nvSpPr>
        <dsp:cNvPr id="0" name=""/>
        <dsp:cNvSpPr/>
      </dsp:nvSpPr>
      <dsp:spPr>
        <a:xfrm>
          <a:off x="0" y="1455275"/>
          <a:ext cx="5811128" cy="1352154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Teks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Merupakan</a:t>
          </a:r>
          <a:r>
            <a:rPr lang="en-US" sz="2200" kern="1200" dirty="0"/>
            <a:t> </a:t>
          </a:r>
          <a:r>
            <a:rPr lang="en-US" sz="2200" kern="1200" dirty="0" err="1"/>
            <a:t>tipe</a:t>
          </a:r>
          <a:r>
            <a:rPr lang="en-US" sz="2200" kern="1200" dirty="0"/>
            <a:t> data yang </a:t>
          </a:r>
          <a:r>
            <a:rPr lang="en-US" sz="2200" kern="1200" dirty="0" err="1"/>
            <a:t>berisikan</a:t>
          </a:r>
          <a:r>
            <a:rPr lang="en-US" sz="2200" kern="1200" dirty="0"/>
            <a:t> </a:t>
          </a:r>
          <a:r>
            <a:rPr lang="en-US" sz="2200" kern="1200" dirty="0" err="1"/>
            <a:t>karakter</a:t>
          </a:r>
          <a:r>
            <a:rPr lang="en-US" sz="2200" kern="1200" dirty="0"/>
            <a:t> </a:t>
          </a:r>
          <a:r>
            <a:rPr lang="en-US" sz="2200" kern="1200" dirty="0" err="1"/>
            <a:t>atau</a:t>
          </a:r>
          <a:r>
            <a:rPr lang="en-US" sz="2200" kern="1200" dirty="0"/>
            <a:t> </a:t>
          </a:r>
          <a:r>
            <a:rPr lang="en-US" sz="2200" kern="1200" dirty="0" err="1"/>
            <a:t>sekumpulan</a:t>
          </a:r>
          <a:r>
            <a:rPr lang="en-US" sz="2200" kern="1200" dirty="0"/>
            <a:t> </a:t>
          </a:r>
          <a:r>
            <a:rPr lang="en-US" sz="2200" kern="1200" dirty="0" err="1"/>
            <a:t>karakter</a:t>
          </a:r>
          <a:endParaRPr lang="en-US" sz="2200" kern="1200" dirty="0"/>
        </a:p>
      </dsp:txBody>
      <dsp:txXfrm>
        <a:off x="66007" y="1521282"/>
        <a:ext cx="5679114" cy="1220140"/>
      </dsp:txXfrm>
    </dsp:sp>
    <dsp:sp modelId="{C644D721-467A-4DFA-93DA-E71B60D27E98}">
      <dsp:nvSpPr>
        <dsp:cNvPr id="0" name=""/>
        <dsp:cNvSpPr/>
      </dsp:nvSpPr>
      <dsp:spPr>
        <a:xfrm>
          <a:off x="0" y="2870789"/>
          <a:ext cx="5811128" cy="135215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/>
            <a:t>Numerik</a:t>
          </a:r>
          <a:endParaRPr lang="en-US" sz="2200" b="1" kern="1200" dirty="0"/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Merupakan</a:t>
          </a:r>
          <a:r>
            <a:rPr lang="en-US" sz="2200" kern="1200" dirty="0"/>
            <a:t> </a:t>
          </a:r>
          <a:r>
            <a:rPr lang="en-US" sz="2200" kern="1200" dirty="0" err="1"/>
            <a:t>tipe</a:t>
          </a:r>
          <a:r>
            <a:rPr lang="en-US" sz="2200" kern="1200" dirty="0"/>
            <a:t> data yang </a:t>
          </a:r>
          <a:r>
            <a:rPr lang="en-US" sz="2200" kern="1200" dirty="0" err="1"/>
            <a:t>berupa</a:t>
          </a:r>
          <a:r>
            <a:rPr lang="en-US" sz="2200" kern="1200" dirty="0"/>
            <a:t> </a:t>
          </a:r>
          <a:r>
            <a:rPr lang="en-US" sz="2200" kern="1200" dirty="0" err="1"/>
            <a:t>angka</a:t>
          </a:r>
          <a:r>
            <a:rPr lang="en-US" sz="2200" kern="1200" dirty="0"/>
            <a:t> </a:t>
          </a:r>
          <a:r>
            <a:rPr lang="en-US" sz="2200" kern="1200" dirty="0" err="1"/>
            <a:t>atau</a:t>
          </a:r>
          <a:r>
            <a:rPr lang="en-US" sz="2200" kern="1200" dirty="0"/>
            <a:t> </a:t>
          </a:r>
          <a:r>
            <a:rPr lang="en-US" sz="2200" kern="1200" dirty="0" err="1"/>
            <a:t>bilangan</a:t>
          </a:r>
          <a:endParaRPr lang="en-US" sz="2200" kern="1200" dirty="0"/>
        </a:p>
      </dsp:txBody>
      <dsp:txXfrm>
        <a:off x="66007" y="2936796"/>
        <a:ext cx="5679114" cy="1220140"/>
      </dsp:txXfrm>
    </dsp:sp>
    <dsp:sp modelId="{7BD05FDC-BCFE-412E-BBC4-BAF8CBAFA9CB}">
      <dsp:nvSpPr>
        <dsp:cNvPr id="0" name=""/>
        <dsp:cNvSpPr/>
      </dsp:nvSpPr>
      <dsp:spPr>
        <a:xfrm>
          <a:off x="0" y="4286303"/>
          <a:ext cx="5811128" cy="135215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(Note)</a:t>
          </a:r>
          <a:r>
            <a:rPr lang="en-US" sz="2200" kern="1200" dirty="0" err="1"/>
            <a:t>Untuk</a:t>
          </a:r>
          <a:r>
            <a:rPr lang="en-US" sz="2200" kern="1200" dirty="0"/>
            <a:t> </a:t>
          </a:r>
          <a:r>
            <a:rPr lang="en-US" sz="2200" kern="1200" dirty="0" err="1"/>
            <a:t>mengetahui</a:t>
          </a:r>
          <a:r>
            <a:rPr lang="en-US" sz="2200" kern="1200" dirty="0"/>
            <a:t> </a:t>
          </a:r>
          <a:r>
            <a:rPr lang="en-US" sz="2200" kern="1200" dirty="0" err="1"/>
            <a:t>tipe</a:t>
          </a:r>
          <a:r>
            <a:rPr lang="en-US" sz="2200" kern="1200" dirty="0"/>
            <a:t> data pada </a:t>
          </a:r>
          <a:r>
            <a:rPr lang="en-US" sz="2200" kern="1200" dirty="0" err="1"/>
            <a:t>suatu</a:t>
          </a:r>
          <a:r>
            <a:rPr lang="en-US" sz="2200" kern="1200" dirty="0"/>
            <a:t> </a:t>
          </a:r>
          <a:r>
            <a:rPr lang="en-US" sz="2200" kern="1200" dirty="0" err="1"/>
            <a:t>variabel</a:t>
          </a:r>
          <a:r>
            <a:rPr lang="en-US" sz="2200" kern="1200" dirty="0"/>
            <a:t> </a:t>
          </a:r>
          <a:r>
            <a:rPr lang="en-US" sz="2200" kern="1200" dirty="0" err="1"/>
            <a:t>dapat</a:t>
          </a:r>
          <a:r>
            <a:rPr lang="en-US" sz="2200" kern="1200" dirty="0"/>
            <a:t> </a:t>
          </a:r>
          <a:r>
            <a:rPr lang="en-US" sz="2200" kern="1200" dirty="0" err="1"/>
            <a:t>menggunakan</a:t>
          </a:r>
          <a:r>
            <a:rPr lang="en-US" sz="2200" kern="1200" dirty="0"/>
            <a:t> </a:t>
          </a:r>
          <a:r>
            <a:rPr lang="en-US" sz="2200" kern="1200" dirty="0" err="1"/>
            <a:t>fungsi</a:t>
          </a:r>
          <a:r>
            <a:rPr lang="en-US" sz="2200" kern="1200" dirty="0"/>
            <a:t> type().</a:t>
          </a:r>
        </a:p>
      </dsp:txBody>
      <dsp:txXfrm>
        <a:off x="66007" y="4352310"/>
        <a:ext cx="5679114" cy="12201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62BCE-984E-4363-B1B8-E542760B27FA}">
      <dsp:nvSpPr>
        <dsp:cNvPr id="0" name=""/>
        <dsp:cNvSpPr/>
      </dsp:nvSpPr>
      <dsp:spPr>
        <a:xfrm>
          <a:off x="0" y="106848"/>
          <a:ext cx="5811128" cy="178310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Menyatakan karakter atau sekumpulan karakter atau kalimat atau dapat disebut juga sebagai string.</a:t>
          </a:r>
        </a:p>
      </dsp:txBody>
      <dsp:txXfrm>
        <a:off x="87044" y="193892"/>
        <a:ext cx="5637040" cy="1609019"/>
      </dsp:txXfrm>
    </dsp:sp>
    <dsp:sp modelId="{A85137DE-355F-4FCB-91A1-868B7991EC48}">
      <dsp:nvSpPr>
        <dsp:cNvPr id="0" name=""/>
        <dsp:cNvSpPr/>
      </dsp:nvSpPr>
      <dsp:spPr>
        <a:xfrm>
          <a:off x="0" y="1947555"/>
          <a:ext cx="5811128" cy="1783107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Tipe</a:t>
          </a:r>
          <a:r>
            <a:rPr lang="en-US" sz="2000" kern="1200" dirty="0"/>
            <a:t> data </a:t>
          </a:r>
          <a:r>
            <a:rPr lang="en-US" sz="2000" kern="1200" dirty="0" err="1"/>
            <a:t>ini</a:t>
          </a:r>
          <a:r>
            <a:rPr lang="en-US" sz="2000" kern="1200" dirty="0"/>
            <a:t> </a:t>
          </a:r>
          <a:r>
            <a:rPr lang="en-US" sz="2000" kern="1200" dirty="0" err="1"/>
            <a:t>dapat</a:t>
          </a:r>
          <a:r>
            <a:rPr lang="en-US" sz="2000" kern="1200" dirty="0"/>
            <a:t> </a:t>
          </a:r>
          <a:r>
            <a:rPr lang="en-US" sz="2000" kern="1200" dirty="0" err="1"/>
            <a:t>berupa</a:t>
          </a:r>
          <a:r>
            <a:rPr lang="en-US" sz="2000" kern="1200" dirty="0"/>
            <a:t> </a:t>
          </a:r>
          <a:r>
            <a:rPr lang="en-US" sz="2000" kern="1200" dirty="0" err="1"/>
            <a:t>angka</a:t>
          </a:r>
          <a:r>
            <a:rPr lang="en-US" sz="2000" kern="1200" dirty="0"/>
            <a:t> </a:t>
          </a:r>
          <a:r>
            <a:rPr lang="en-US" sz="2000" kern="1200" dirty="0" err="1"/>
            <a:t>atau</a:t>
          </a:r>
          <a:r>
            <a:rPr lang="en-US" sz="2000" kern="1200" dirty="0"/>
            <a:t> </a:t>
          </a:r>
          <a:r>
            <a:rPr lang="en-US" sz="2000" kern="1200" dirty="0" err="1"/>
            <a:t>huruf</a:t>
          </a:r>
          <a:r>
            <a:rPr lang="en-US" sz="2000" kern="1200" dirty="0"/>
            <a:t> </a:t>
          </a:r>
          <a:r>
            <a:rPr lang="en-US" sz="2000" kern="1200" dirty="0" err="1"/>
            <a:t>atau</a:t>
          </a:r>
          <a:r>
            <a:rPr lang="en-US" sz="2000" kern="1200" dirty="0"/>
            <a:t> </a:t>
          </a:r>
          <a:r>
            <a:rPr lang="en-US" sz="2000" kern="1200" dirty="0" err="1"/>
            <a:t>kombinasi</a:t>
          </a:r>
          <a:r>
            <a:rPr lang="en-US" sz="2000" kern="1200" dirty="0"/>
            <a:t> </a:t>
          </a:r>
          <a:r>
            <a:rPr lang="en-US" sz="2000" kern="1200" dirty="0" err="1"/>
            <a:t>keduanya</a:t>
          </a:r>
          <a:r>
            <a:rPr lang="en-US" sz="2000" kern="1200" dirty="0"/>
            <a:t> yang </a:t>
          </a:r>
          <a:r>
            <a:rPr lang="en-US" sz="2000" kern="1200" dirty="0" err="1"/>
            <a:t>diapit</a:t>
          </a:r>
          <a:r>
            <a:rPr lang="en-US" sz="2000" kern="1200" dirty="0"/>
            <a:t> </a:t>
          </a:r>
          <a:r>
            <a:rPr lang="en-US" sz="2000" kern="1200" dirty="0" err="1"/>
            <a:t>dengan</a:t>
          </a:r>
          <a:r>
            <a:rPr lang="en-US" sz="2000" kern="1200" dirty="0"/>
            <a:t> </a:t>
          </a:r>
          <a:r>
            <a:rPr lang="en-US" sz="2000" kern="1200" dirty="0" err="1"/>
            <a:t>tanda</a:t>
          </a:r>
          <a:r>
            <a:rPr lang="en-US" sz="2000" kern="1200" dirty="0"/>
            <a:t> “ </a:t>
          </a:r>
          <a:r>
            <a:rPr lang="en-US" sz="2000" kern="1200" dirty="0" err="1"/>
            <a:t>atau</a:t>
          </a:r>
          <a:r>
            <a:rPr lang="en-US" sz="2000" kern="1200" dirty="0"/>
            <a:t> ‘.</a:t>
          </a:r>
        </a:p>
      </dsp:txBody>
      <dsp:txXfrm>
        <a:off x="87044" y="2034599"/>
        <a:ext cx="5637040" cy="1609019"/>
      </dsp:txXfrm>
    </dsp:sp>
    <dsp:sp modelId="{F1463CD5-6F9B-45EC-A1FE-967BAE32751E}">
      <dsp:nvSpPr>
        <dsp:cNvPr id="0" name=""/>
        <dsp:cNvSpPr/>
      </dsp:nvSpPr>
      <dsp:spPr>
        <a:xfrm>
          <a:off x="0" y="3788263"/>
          <a:ext cx="5811128" cy="1783107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Contoh</a:t>
          </a:r>
          <a:r>
            <a:rPr lang="en-US" sz="2000" kern="1200" dirty="0"/>
            <a:t>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nama = “Andrew”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alamat</a:t>
          </a:r>
          <a:r>
            <a:rPr lang="en-US" sz="2000" kern="1200" dirty="0"/>
            <a:t> = “Jl. </a:t>
          </a:r>
          <a:r>
            <a:rPr lang="en-US" sz="2000" kern="1200" dirty="0" err="1"/>
            <a:t>Serayu</a:t>
          </a:r>
          <a:r>
            <a:rPr lang="en-US" sz="2000" kern="1200" dirty="0"/>
            <a:t> No. 43 Kota </a:t>
          </a:r>
          <a:r>
            <a:rPr lang="en-US" sz="2000" kern="1200" dirty="0" err="1"/>
            <a:t>Madiun</a:t>
          </a:r>
          <a:r>
            <a:rPr lang="en-US" sz="2000" kern="1200" dirty="0"/>
            <a:t>”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kelas</a:t>
          </a:r>
          <a:r>
            <a:rPr lang="en-US" sz="2000" kern="1200" dirty="0"/>
            <a:t> = “1B” </a:t>
          </a:r>
        </a:p>
      </dsp:txBody>
      <dsp:txXfrm>
        <a:off x="87044" y="3875307"/>
        <a:ext cx="5637040" cy="16090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36BE6-698A-4A10-8F6E-E5A67C7647FC}">
      <dsp:nvSpPr>
        <dsp:cNvPr id="0" name=""/>
        <dsp:cNvSpPr/>
      </dsp:nvSpPr>
      <dsp:spPr>
        <a:xfrm>
          <a:off x="0" y="7259"/>
          <a:ext cx="5811128" cy="6955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Integer</a:t>
          </a:r>
        </a:p>
      </dsp:txBody>
      <dsp:txXfrm>
        <a:off x="33955" y="41214"/>
        <a:ext cx="5743218" cy="627655"/>
      </dsp:txXfrm>
    </dsp:sp>
    <dsp:sp modelId="{9634BF5A-6FAD-4CD8-9652-999414A46292}">
      <dsp:nvSpPr>
        <dsp:cNvPr id="0" name=""/>
        <dsp:cNvSpPr/>
      </dsp:nvSpPr>
      <dsp:spPr>
        <a:xfrm>
          <a:off x="0" y="702824"/>
          <a:ext cx="5811128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503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Tipe data yang merupakan bilangan bulat, contoh: 100, 32, 56</a:t>
          </a:r>
        </a:p>
      </dsp:txBody>
      <dsp:txXfrm>
        <a:off x="0" y="702824"/>
        <a:ext cx="5811128" cy="720359"/>
      </dsp:txXfrm>
    </dsp:sp>
    <dsp:sp modelId="{26F703DA-69D7-4A65-87BA-D70282DA38C1}">
      <dsp:nvSpPr>
        <dsp:cNvPr id="0" name=""/>
        <dsp:cNvSpPr/>
      </dsp:nvSpPr>
      <dsp:spPr>
        <a:xfrm>
          <a:off x="0" y="1423184"/>
          <a:ext cx="5811128" cy="695565"/>
        </a:xfrm>
        <a:prstGeom prst="round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Float</a:t>
          </a:r>
        </a:p>
      </dsp:txBody>
      <dsp:txXfrm>
        <a:off x="33955" y="1457139"/>
        <a:ext cx="5743218" cy="627655"/>
      </dsp:txXfrm>
    </dsp:sp>
    <dsp:sp modelId="{5082F1E1-245F-4F4E-963D-2C369B6C496D}">
      <dsp:nvSpPr>
        <dsp:cNvPr id="0" name=""/>
        <dsp:cNvSpPr/>
      </dsp:nvSpPr>
      <dsp:spPr>
        <a:xfrm>
          <a:off x="0" y="2118749"/>
          <a:ext cx="5811128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503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Tipe data yang menyatakan bilangan pecahan/desimal, contoh: 0.7, 9.4, 7.7</a:t>
          </a:r>
        </a:p>
      </dsp:txBody>
      <dsp:txXfrm>
        <a:off x="0" y="2118749"/>
        <a:ext cx="5811128" cy="720359"/>
      </dsp:txXfrm>
    </dsp:sp>
    <dsp:sp modelId="{F8DBEA10-FB76-4E8D-AB59-D85A566CA5C8}">
      <dsp:nvSpPr>
        <dsp:cNvPr id="0" name=""/>
        <dsp:cNvSpPr/>
      </dsp:nvSpPr>
      <dsp:spPr>
        <a:xfrm>
          <a:off x="0" y="2839109"/>
          <a:ext cx="5811128" cy="695565"/>
        </a:xfrm>
        <a:prstGeom prst="round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Hexadecimal</a:t>
          </a:r>
        </a:p>
      </dsp:txBody>
      <dsp:txXfrm>
        <a:off x="33955" y="2873064"/>
        <a:ext cx="5743218" cy="627655"/>
      </dsp:txXfrm>
    </dsp:sp>
    <dsp:sp modelId="{ECF5D7F7-FBA5-48A3-8CEC-5E8CDC028D0B}">
      <dsp:nvSpPr>
        <dsp:cNvPr id="0" name=""/>
        <dsp:cNvSpPr/>
      </dsp:nvSpPr>
      <dsp:spPr>
        <a:xfrm>
          <a:off x="0" y="3534674"/>
          <a:ext cx="5811128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503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Tipe data yang menyatakan bilangan dalam format heksa (basis 16), contoh: ff, 1a, 4c</a:t>
          </a:r>
        </a:p>
      </dsp:txBody>
      <dsp:txXfrm>
        <a:off x="0" y="3534674"/>
        <a:ext cx="5811128" cy="720359"/>
      </dsp:txXfrm>
    </dsp:sp>
    <dsp:sp modelId="{3E70A01E-AFAD-4065-A0BF-BCC8FA1664F7}">
      <dsp:nvSpPr>
        <dsp:cNvPr id="0" name=""/>
        <dsp:cNvSpPr/>
      </dsp:nvSpPr>
      <dsp:spPr>
        <a:xfrm>
          <a:off x="0" y="4255034"/>
          <a:ext cx="5811128" cy="695565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Oktal</a:t>
          </a:r>
        </a:p>
      </dsp:txBody>
      <dsp:txXfrm>
        <a:off x="33955" y="4288989"/>
        <a:ext cx="5743218" cy="627655"/>
      </dsp:txXfrm>
    </dsp:sp>
    <dsp:sp modelId="{729D1CF1-FEAD-46CA-86CF-7A2815BE56FB}">
      <dsp:nvSpPr>
        <dsp:cNvPr id="0" name=""/>
        <dsp:cNvSpPr/>
      </dsp:nvSpPr>
      <dsp:spPr>
        <a:xfrm>
          <a:off x="0" y="4950599"/>
          <a:ext cx="5811128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503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Tipe data yang menyatakan bilangan dalam format okta (basis 8), contoh: 77, 17, 6776</a:t>
          </a:r>
        </a:p>
      </dsp:txBody>
      <dsp:txXfrm>
        <a:off x="0" y="4950599"/>
        <a:ext cx="5811128" cy="7203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F14B6-B314-4B63-A533-29382CCBBC49}">
      <dsp:nvSpPr>
        <dsp:cNvPr id="0" name=""/>
        <dsp:cNvSpPr/>
      </dsp:nvSpPr>
      <dsp:spPr>
        <a:xfrm>
          <a:off x="0" y="0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5084C-E832-45FA-B2A9-8A19AFBAE74C}">
      <dsp:nvSpPr>
        <dsp:cNvPr id="0" name=""/>
        <dsp:cNvSpPr/>
      </dsp:nvSpPr>
      <dsp:spPr>
        <a:xfrm>
          <a:off x="0" y="0"/>
          <a:ext cx="5811128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Kode program yang dibuat dapat menjadi panjang tergantung dari kompleksitas program</a:t>
          </a:r>
        </a:p>
      </dsp:txBody>
      <dsp:txXfrm>
        <a:off x="0" y="0"/>
        <a:ext cx="5811128" cy="1419554"/>
      </dsp:txXfrm>
    </dsp:sp>
    <dsp:sp modelId="{1F8A4BF0-1DAA-412C-A5BD-451CF0829A28}">
      <dsp:nvSpPr>
        <dsp:cNvPr id="0" name=""/>
        <dsp:cNvSpPr/>
      </dsp:nvSpPr>
      <dsp:spPr>
        <a:xfrm>
          <a:off x="0" y="1419554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48A1C-BC04-4470-946D-3E379B161DC3}">
      <dsp:nvSpPr>
        <dsp:cNvPr id="0" name=""/>
        <dsp:cNvSpPr/>
      </dsp:nvSpPr>
      <dsp:spPr>
        <a:xfrm>
          <a:off x="0" y="1419554"/>
          <a:ext cx="5811128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Menjadi sulit untuk dimengerti dan dipahami jalannya program</a:t>
          </a:r>
        </a:p>
      </dsp:txBody>
      <dsp:txXfrm>
        <a:off x="0" y="1419554"/>
        <a:ext cx="5811128" cy="1419554"/>
      </dsp:txXfrm>
    </dsp:sp>
    <dsp:sp modelId="{0CA284EC-3C2F-45D8-87AE-8CD8CC4B143F}">
      <dsp:nvSpPr>
        <dsp:cNvPr id="0" name=""/>
        <dsp:cNvSpPr/>
      </dsp:nvSpPr>
      <dsp:spPr>
        <a:xfrm>
          <a:off x="0" y="2839109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B736A-713A-4E6B-B8D5-B8EA7EBB4EAA}">
      <dsp:nvSpPr>
        <dsp:cNvPr id="0" name=""/>
        <dsp:cNvSpPr/>
      </dsp:nvSpPr>
      <dsp:spPr>
        <a:xfrm>
          <a:off x="0" y="2839109"/>
          <a:ext cx="5811128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Solusinya adalah memecah kode program tersebut menjadi beberapa bagian</a:t>
          </a:r>
        </a:p>
      </dsp:txBody>
      <dsp:txXfrm>
        <a:off x="0" y="2839109"/>
        <a:ext cx="5811128" cy="1419554"/>
      </dsp:txXfrm>
    </dsp:sp>
    <dsp:sp modelId="{7FB2F0F2-99E7-4506-A89B-ED8EB4271960}">
      <dsp:nvSpPr>
        <dsp:cNvPr id="0" name=""/>
        <dsp:cNvSpPr/>
      </dsp:nvSpPr>
      <dsp:spPr>
        <a:xfrm>
          <a:off x="0" y="4258664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51CF3-DA1C-40D3-A44C-84CBEF496E8D}">
      <dsp:nvSpPr>
        <dsp:cNvPr id="0" name=""/>
        <dsp:cNvSpPr/>
      </dsp:nvSpPr>
      <dsp:spPr>
        <a:xfrm>
          <a:off x="0" y="4258664"/>
          <a:ext cx="5811128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Bagian tersebut disebut sebagai fungsi atau prosedur</a:t>
          </a:r>
        </a:p>
      </dsp:txBody>
      <dsp:txXfrm>
        <a:off x="0" y="4258664"/>
        <a:ext cx="5811128" cy="14195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4594E-44B5-4A15-A4BC-DA38DCA77568}">
      <dsp:nvSpPr>
        <dsp:cNvPr id="0" name=""/>
        <dsp:cNvSpPr/>
      </dsp:nvSpPr>
      <dsp:spPr>
        <a:xfrm>
          <a:off x="0" y="0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756B9-4AFA-4F78-9FFD-BCFF24709C57}">
      <dsp:nvSpPr>
        <dsp:cNvPr id="0" name=""/>
        <dsp:cNvSpPr/>
      </dsp:nvSpPr>
      <dsp:spPr>
        <a:xfrm>
          <a:off x="0" y="0"/>
          <a:ext cx="5811128" cy="2839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Mencegah penulisan kode program yang berulang-ulang dalam suatu program</a:t>
          </a:r>
        </a:p>
      </dsp:txBody>
      <dsp:txXfrm>
        <a:off x="0" y="0"/>
        <a:ext cx="5811128" cy="2839109"/>
      </dsp:txXfrm>
    </dsp:sp>
    <dsp:sp modelId="{7D4324CA-6823-4D6A-880C-19BF3BE6CA0A}">
      <dsp:nvSpPr>
        <dsp:cNvPr id="0" name=""/>
        <dsp:cNvSpPr/>
      </dsp:nvSpPr>
      <dsp:spPr>
        <a:xfrm>
          <a:off x="0" y="2839109"/>
          <a:ext cx="58111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E83AD-06C2-453A-AD1E-3A2B46F5AA00}">
      <dsp:nvSpPr>
        <dsp:cNvPr id="0" name=""/>
        <dsp:cNvSpPr/>
      </dsp:nvSpPr>
      <dsp:spPr>
        <a:xfrm>
          <a:off x="0" y="2839109"/>
          <a:ext cx="5811128" cy="2839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Memungkinkan programmer menyusun kode program menjadi lebih kecil sehingga lebih efisien seusuai dengan tugasnya masing-masing</a:t>
          </a:r>
        </a:p>
      </dsp:txBody>
      <dsp:txXfrm>
        <a:off x="0" y="2839109"/>
        <a:ext cx="5811128" cy="28391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67193-7017-46A7-B444-FA9B9AE5CCC2}">
      <dsp:nvSpPr>
        <dsp:cNvPr id="0" name=""/>
        <dsp:cNvSpPr/>
      </dsp:nvSpPr>
      <dsp:spPr>
        <a:xfrm>
          <a:off x="0" y="468409"/>
          <a:ext cx="6666833" cy="2381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83184" rIns="51742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Yaitu variabel yang hanya bisa diakses di dalam sebuah fungsi saja, dimana variabel tersebut didefinisikan.</a:t>
          </a:r>
        </a:p>
      </dsp:txBody>
      <dsp:txXfrm>
        <a:off x="0" y="468409"/>
        <a:ext cx="6666833" cy="2381400"/>
      </dsp:txXfrm>
    </dsp:sp>
    <dsp:sp modelId="{018D8FA7-9D3A-4AB5-A3A7-7A0BA8920BDF}">
      <dsp:nvSpPr>
        <dsp:cNvPr id="0" name=""/>
        <dsp:cNvSpPr/>
      </dsp:nvSpPr>
      <dsp:spPr>
        <a:xfrm>
          <a:off x="333341" y="55129"/>
          <a:ext cx="4666783" cy="8265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Variabel Lokal</a:t>
          </a:r>
        </a:p>
      </dsp:txBody>
      <dsp:txXfrm>
        <a:off x="373690" y="95478"/>
        <a:ext cx="4586085" cy="745862"/>
      </dsp:txXfrm>
    </dsp:sp>
    <dsp:sp modelId="{3146548F-252E-4140-B33C-90D99560BEAA}">
      <dsp:nvSpPr>
        <dsp:cNvPr id="0" name=""/>
        <dsp:cNvSpPr/>
      </dsp:nvSpPr>
      <dsp:spPr>
        <a:xfrm>
          <a:off x="0" y="3414290"/>
          <a:ext cx="6666833" cy="198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83184" rIns="51742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Yaitu variabel yang didefinisikan di luar fungsi sehingga dapat diakses dari mana saja.</a:t>
          </a:r>
        </a:p>
      </dsp:txBody>
      <dsp:txXfrm>
        <a:off x="0" y="3414290"/>
        <a:ext cx="6666833" cy="1984500"/>
      </dsp:txXfrm>
    </dsp:sp>
    <dsp:sp modelId="{E16B06F8-0A02-40E4-9DB2-1705C8959F26}">
      <dsp:nvSpPr>
        <dsp:cNvPr id="0" name=""/>
        <dsp:cNvSpPr/>
      </dsp:nvSpPr>
      <dsp:spPr>
        <a:xfrm>
          <a:off x="333341" y="3001010"/>
          <a:ext cx="4666783" cy="82656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Variabel Global</a:t>
          </a:r>
        </a:p>
      </dsp:txBody>
      <dsp:txXfrm>
        <a:off x="373690" y="3041359"/>
        <a:ext cx="4586085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Variabel</a:t>
            </a:r>
            <a:r>
              <a:rPr lang="en-US" sz="4800" dirty="0">
                <a:solidFill>
                  <a:srgbClr val="FFFFFF"/>
                </a:solidFill>
              </a:rPr>
              <a:t>, </a:t>
            </a:r>
            <a:r>
              <a:rPr lang="en-US" sz="4800" dirty="0" err="1">
                <a:solidFill>
                  <a:srgbClr val="FFFFFF"/>
                </a:solidFill>
              </a:rPr>
              <a:t>Tipe</a:t>
            </a:r>
            <a:r>
              <a:rPr lang="en-US" sz="4800" dirty="0">
                <a:solidFill>
                  <a:srgbClr val="FFFFFF"/>
                </a:solidFill>
              </a:rPr>
              <a:t> Data, dan </a:t>
            </a:r>
            <a:r>
              <a:rPr lang="en-US" sz="4800" dirty="0" err="1">
                <a:solidFill>
                  <a:srgbClr val="FFFFFF"/>
                </a:solidFill>
              </a:rPr>
              <a:t>Fungsi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Variabel dalam Python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A1307A-3ABE-0D87-EFE1-DBEDF0814D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38123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600" b="1">
                <a:solidFill>
                  <a:srgbClr val="FFFFFF"/>
                </a:solidFill>
              </a:rPr>
              <a:t>Aturan Penamaan Variabel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A67529F-9C1F-A7FB-CB2A-92CF79FF19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553609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Tipe Data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EB05177D-97BA-3E1A-E57A-5144BADB8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801812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200" b="1">
                <a:solidFill>
                  <a:srgbClr val="FFFFFF"/>
                </a:solidFill>
              </a:rPr>
              <a:t>Tipe Data Teks/Karakter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B644F6-6270-5E9A-6C1F-911368C56D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057526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Tipe Numerik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C23372-40CA-E6C6-07D0-60A976148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420301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Tipe Data Lain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r>
              <a:rPr lang="en-US" sz="2000"/>
              <a:t>Boolean</a:t>
            </a:r>
          </a:p>
          <a:p>
            <a:pPr marL="255905" lvl="1" indent="-10795">
              <a:buNone/>
            </a:pPr>
            <a:r>
              <a:rPr lang="en-US" sz="2000"/>
              <a:t>Tipe data yang menyatakan nilai benar atau salah, contoh: true, false</a:t>
            </a:r>
          </a:p>
          <a:p>
            <a:r>
              <a:rPr lang="en-US" sz="2000"/>
              <a:t>List</a:t>
            </a:r>
          </a:p>
          <a:p>
            <a:pPr marL="255905" lvl="1" indent="-21590">
              <a:buNone/>
            </a:pPr>
            <a:r>
              <a:rPr lang="en-US" sz="2000">
                <a:sym typeface="+mn-ea"/>
              </a:rPr>
              <a:t>Tipe data yang dapat menyimpan lebih dari satu data dengan berbagai tipe data. Nilai dari tipe data ini diisi di dalam tanda kurung siku “[]”, contoh: [‘Aminah’, 15, ‘Madiun’]</a:t>
            </a:r>
            <a:endParaRPr lang="en-US" sz="2000"/>
          </a:p>
          <a:p>
            <a:r>
              <a:rPr lang="en-US" sz="2000"/>
              <a:t>Tuple</a:t>
            </a:r>
          </a:p>
          <a:p>
            <a:pPr marL="266700" lvl="1" indent="-10795">
              <a:buNone/>
            </a:pPr>
            <a:r>
              <a:rPr lang="en-US" sz="2000"/>
              <a:t>Seperti halnya tipe data List, namun bersifat immutable artinya isinya tidak dapat diubah. Dapat diimplementasikan dengan tanda kurung atau tidak, contoh: </a:t>
            </a:r>
          </a:p>
          <a:p>
            <a:pPr marL="266700" lvl="1" indent="-10795">
              <a:buNone/>
            </a:pPr>
            <a:r>
              <a:rPr lang="en-US" sz="2000"/>
              <a:t>nilai =(‘Aminah’, 15, ‘Madiun’)</a:t>
            </a:r>
          </a:p>
          <a:p>
            <a:pPr marL="266700" lvl="1" indent="-10795">
              <a:buNone/>
            </a:pPr>
            <a:r>
              <a:rPr lang="en-US" sz="2000">
                <a:sym typeface="+mn-ea"/>
              </a:rPr>
              <a:t>nilai =‘Aminah’, 15, ‘Madiun’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Fungsi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621FE62-FFA3-A39B-580B-A9E93A178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09826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Manfaat Fungsi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6B69CD-6210-6814-D083-7C34A681B7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740907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Deklarasi 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/>
              <a:t>Menggunakan kata kunci </a:t>
            </a:r>
            <a:r>
              <a:rPr lang="en-US" b="1"/>
              <a:t>def </a:t>
            </a:r>
            <a:r>
              <a:rPr lang="en-US"/>
              <a:t>kemudian diikuti nama fungsi</a:t>
            </a:r>
          </a:p>
          <a:p>
            <a:r>
              <a:rPr lang="en-US"/>
              <a:t>Format:</a:t>
            </a:r>
          </a:p>
          <a:p>
            <a:pPr marL="457200" lvl="1" indent="0">
              <a:buNone/>
            </a:pPr>
            <a:r>
              <a:rPr lang="en-US" sz="2055">
                <a:latin typeface="Courier New" panose="02070309020205020404" charset="0"/>
                <a:cs typeface="Courier New" panose="02070309020205020404" charset="0"/>
              </a:rPr>
              <a:t>def NamaFungsi(argumen):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Statemen 1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Statemen 2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return [ekspresi]</a:t>
            </a:r>
          </a:p>
          <a:p>
            <a:r>
              <a:rPr lang="en-US"/>
              <a:t>NamaFungsi, digunakan untuk mendefinisikan namapada fungsi yang akan dibuat.</a:t>
            </a:r>
          </a:p>
          <a:p>
            <a:r>
              <a:rPr lang="en-US"/>
              <a:t>argumen, nilai parameter yang disertakan untuk diproses di dalam fungsi. Argumen bersifat opsional.</a:t>
            </a:r>
          </a:p>
          <a:p>
            <a:r>
              <a:rPr lang="en-US"/>
              <a:t>Statemen, baris-baris perintah yang akan diproses di dalam fungsi.</a:t>
            </a:r>
          </a:p>
          <a:p>
            <a:r>
              <a:rPr lang="en-US"/>
              <a:t>return, bersifat opsional dan fungsinya untuk mengembalikan suatu nilai ekspresi tertentu.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Contoh 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/>
              <a:t>Fungsi Sederhana</a:t>
            </a:r>
          </a:p>
          <a:p>
            <a:pPr marL="266700" lvl="1" indent="1206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</a:rPr>
              <a:t>def Hello():</a:t>
            </a:r>
          </a:p>
          <a:p>
            <a:pPr marL="723900" lvl="3" indent="1206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</a:rPr>
              <a:t>print(“Hello world”)</a:t>
            </a:r>
          </a:p>
          <a:p>
            <a:pPr marL="723900" lvl="3" indent="12065" defTabSz="914400">
              <a:buNone/>
              <a:tabLst>
                <a:tab pos="268605" algn="l"/>
              </a:tabLst>
            </a:pPr>
            <a:endParaRPr 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309880" lvl="1" indent="-3238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#Cara memanggil fungsi</a:t>
            </a:r>
          </a:p>
          <a:p>
            <a:pPr marL="309880" lvl="1" indent="-3238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Hello()</a:t>
            </a:r>
            <a:endParaRPr 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723900" lvl="3" indent="12065" defTabSz="914400">
              <a:buNone/>
              <a:tabLst>
                <a:tab pos="268605" algn="l"/>
              </a:tabLst>
            </a:pPr>
            <a:endParaRPr lang="en-US" sz="2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2000"/>
              <a:t>Fungsi Luas Persegi Panjang</a:t>
            </a:r>
          </a:p>
          <a:p>
            <a:pPr marL="266700" lvl="1" indent="1206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def GetLuasPersegiPanjang(panjang, lebar):</a:t>
            </a:r>
            <a:endParaRPr 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723900" lvl="3" indent="1206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luas = panjang * lebar</a:t>
            </a:r>
          </a:p>
          <a:p>
            <a:pPr marL="723900" lvl="3" indent="1206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return luas</a:t>
            </a:r>
          </a:p>
          <a:p>
            <a:pPr marL="723900" lvl="3" indent="12065" defTabSz="914400">
              <a:buNone/>
              <a:tabLst>
                <a:tab pos="268605" algn="l"/>
              </a:tabLst>
            </a:pPr>
            <a:endParaRPr lang="en-US" sz="200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309880" lvl="1" indent="-3238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#Cara memanggil fungsi</a:t>
            </a:r>
          </a:p>
          <a:p>
            <a:pPr marL="309880" lvl="1" indent="-32385" defTabSz="914400">
              <a:buNone/>
              <a:tabLst>
                <a:tab pos="268605" algn="l"/>
              </a:tabLst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luas = GetLuasPersegiPanjang(10, 5)</a:t>
            </a:r>
            <a:endParaRPr lang="en-US" sz="2000">
              <a:latin typeface="Courier New" panose="02070309020205020404" charset="0"/>
              <a:cs typeface="Courier New" panose="02070309020205020404" charset="0"/>
            </a:endParaRPr>
          </a:p>
          <a:p>
            <a:pPr marL="723900" lvl="3" indent="12065" defTabSz="914400">
              <a:buNone/>
              <a:tabLst>
                <a:tab pos="268605" algn="l"/>
              </a:tabLst>
            </a:pPr>
            <a:endParaRPr lang="en-US" sz="20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Scope Variabel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D4CB02-0635-59B8-6894-C4D902B83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8077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341438"/>
            <a:ext cx="9144000" cy="2387600"/>
          </a:xfrm>
        </p:spPr>
        <p:txBody>
          <a:bodyPr/>
          <a:lstStyle/>
          <a:p>
            <a:r>
              <a:rPr lang="en-US"/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596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Variabel, Tipe Data, dan Fungsi</vt:lpstr>
      <vt:lpstr>Variabel dalam Python</vt:lpstr>
      <vt:lpstr>Aturan Penamaan Variabel</vt:lpstr>
      <vt:lpstr>Tipe Data</vt:lpstr>
      <vt:lpstr>Tipe Data Teks/Karakter</vt:lpstr>
      <vt:lpstr>Tipe Numerik</vt:lpstr>
      <vt:lpstr>Tipe Data Lain</vt:lpstr>
      <vt:lpstr>Fungsi</vt:lpstr>
      <vt:lpstr>Manfaat Fungsi</vt:lpstr>
      <vt:lpstr>Deklarasi Fungsi</vt:lpstr>
      <vt:lpstr>Contoh Fungsi</vt:lpstr>
      <vt:lpstr>Scope Variabel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21</cp:revision>
  <dcterms:created xsi:type="dcterms:W3CDTF">2022-09-14T00:04:00Z</dcterms:created>
  <dcterms:modified xsi:type="dcterms:W3CDTF">2025-09-29T04:32:29Z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1033-11.2.0.11210</vt:lpwstr>
  </property>
</Properties>
</file>