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318" r:id="rId4"/>
    <p:sldId id="323" r:id="rId5"/>
    <p:sldId id="324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i="1">
                <a:solidFill>
                  <a:srgbClr val="FFFFFF"/>
                </a:solidFill>
              </a:rPr>
              <a:t>Vending Machine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(Studi Kasus)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Oleh:</a:t>
            </a:r>
          </a:p>
          <a:p>
            <a:pPr algn="l"/>
            <a:r>
              <a:rPr lang="en-US"/>
              <a:t>Susilo Veri Yulianto, S.Kom., M.T.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Pengertian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/>
              <a:t>Merupakan mesin penjualan otomatis</a:t>
            </a:r>
          </a:p>
          <a:p>
            <a:r>
              <a:rPr lang="en-US"/>
              <a:t>Umumnya digunakan untuk menjual minuman atau makanan ringan</a:t>
            </a:r>
          </a:p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2"/>
          </p:nvPr>
        </p:nvGraphicFramePr>
        <p:xfrm>
          <a:off x="7164705" y="1530985"/>
          <a:ext cx="2634615" cy="4646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23950" imgH="1898650" progId="Paint.Picture">
                  <p:embed/>
                </p:oleObj>
              </mc:Choice>
              <mc:Fallback>
                <p:oleObj r:id="rId2" imgW="1123950" imgH="189865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64705" y="1530985"/>
                        <a:ext cx="2634615" cy="4646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7235825" y="6355080"/>
            <a:ext cx="24917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sumber : id.wikihow.com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Bagian </a:t>
            </a:r>
            <a:r>
              <a:rPr lang="en-US" b="1" i="1"/>
              <a:t>Vending Machine</a:t>
            </a:r>
          </a:p>
        </p:txBody>
      </p:sp>
      <p:graphicFrame>
        <p:nvGraphicFramePr>
          <p:cNvPr id="5" name="Content Placeholder 4"/>
          <p:cNvGraphicFramePr>
            <a:graphicFrameLocks noGrp="1" noChangeAspect="1"/>
          </p:cNvGraphicFramePr>
          <p:nvPr>
            <p:ph sz="half" idx="1"/>
          </p:nvPr>
        </p:nvGraphicFramePr>
        <p:xfrm>
          <a:off x="3237865" y="1691005"/>
          <a:ext cx="5715635" cy="4659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58365" imgH="1759585" progId="Visio.Drawing.15">
                  <p:embed/>
                </p:oleObj>
              </mc:Choice>
              <mc:Fallback>
                <p:oleObj r:id="rId2" imgW="2158365" imgH="1759585" progId="Visio.Drawing.15">
                  <p:embed/>
                  <p:pic>
                    <p:nvPicPr>
                      <p:cNvPr id="0" name="Picture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37865" y="1691005"/>
                        <a:ext cx="5715635" cy="4659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Cara Menggunakan </a:t>
            </a:r>
            <a:r>
              <a:rPr lang="en-US" b="1" i="1"/>
              <a:t>Vending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655"/>
          </a:xfrm>
        </p:spPr>
        <p:txBody>
          <a:bodyPr>
            <a:normAutofit lnSpcReduction="20000"/>
          </a:bodyPr>
          <a:lstStyle/>
          <a:p>
            <a:r>
              <a:rPr lang="en-US"/>
              <a:t>Masukkan koin</a:t>
            </a:r>
          </a:p>
          <a:p>
            <a:r>
              <a:rPr lang="en-US"/>
              <a:t>Pilih produk yang diinginkan</a:t>
            </a:r>
          </a:p>
          <a:p>
            <a:r>
              <a:rPr lang="en-US"/>
              <a:t>Jika jumlah nilai koin yang dimasukkan &lt; harga produk, tampilkan pesan jumlah koin kurang</a:t>
            </a:r>
          </a:p>
          <a:p>
            <a:r>
              <a:rPr lang="en-US">
                <a:sym typeface="+mn-ea"/>
              </a:rPr>
              <a:t>Jika jumlah nilai koin yang dimasukkan = harga produk, keluarkan produk yang dipilih melalui produk dispenser </a:t>
            </a:r>
            <a:endParaRPr lang="en-US"/>
          </a:p>
          <a:p>
            <a:r>
              <a:rPr lang="en-US">
                <a:sym typeface="+mn-ea"/>
              </a:rPr>
              <a:t>Jika jumlah nilai koin yang dimasukkan &gt; harga produk, keluarkan produk yang dipilih melalui produk dispenser dan koin kembalian melalui koin dispenser</a:t>
            </a:r>
          </a:p>
          <a:p>
            <a:r>
              <a:rPr lang="en-US"/>
              <a:t>Jika konsumen memilih tombol batal, keluarkan koin melalui koin dispenser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 err="1"/>
              <a:t>Tugas</a:t>
            </a:r>
            <a:r>
              <a:rPr lang="en-US" b="1" dirty="0"/>
              <a:t> </a:t>
            </a:r>
            <a:r>
              <a:rPr lang="en-US" b="1" dirty="0" err="1"/>
              <a:t>Praktikum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655"/>
          </a:xfrm>
        </p:spPr>
        <p:txBody>
          <a:bodyPr>
            <a:normAutofit/>
          </a:bodyPr>
          <a:lstStyle/>
          <a:p>
            <a:r>
              <a:rPr lang="en-US" dirty="0" err="1"/>
              <a:t>Buatlah</a:t>
            </a:r>
            <a:r>
              <a:rPr lang="en-US" dirty="0"/>
              <a:t> flowchart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i="1" dirty="0"/>
              <a:t>vending machine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!</a:t>
            </a:r>
          </a:p>
          <a:p>
            <a:r>
              <a:rPr lang="en-US" dirty="0"/>
              <a:t>Dari flowchart yang </a:t>
            </a:r>
            <a:r>
              <a:rPr lang="en-US" dirty="0" err="1"/>
              <a:t>dibuat</a:t>
            </a:r>
            <a:r>
              <a:rPr lang="en-US" dirty="0"/>
              <a:t>, </a:t>
            </a:r>
            <a:r>
              <a:rPr lang="en-US" dirty="0" err="1"/>
              <a:t>buatlah</a:t>
            </a:r>
            <a:r>
              <a:rPr lang="en-US" dirty="0"/>
              <a:t> program </a:t>
            </a:r>
            <a:r>
              <a:rPr lang="en-US" dirty="0" err="1"/>
              <a:t>menggunakan</a:t>
            </a:r>
            <a:r>
              <a:rPr lang="en-US" dirty="0"/>
              <a:t> python.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341438"/>
            <a:ext cx="9144000" cy="2387600"/>
          </a:xfrm>
        </p:spPr>
        <p:txBody>
          <a:bodyPr/>
          <a:lstStyle/>
          <a:p>
            <a:r>
              <a:rPr lang="en-US"/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143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Paintbrush Picture</vt:lpstr>
      <vt:lpstr>Visio.Drawing.15</vt:lpstr>
      <vt:lpstr>Vending Machine (Studi Kasus)</vt:lpstr>
      <vt:lpstr>Pengertian</vt:lpstr>
      <vt:lpstr>Bagian Vending Machine</vt:lpstr>
      <vt:lpstr>Cara Menggunakan Vending Machine</vt:lpstr>
      <vt:lpstr>Tugas Praktikum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 dan Pseudo Code</dc:title>
  <dc:creator/>
  <cp:lastModifiedBy>ghali marzani</cp:lastModifiedBy>
  <cp:revision>47</cp:revision>
  <dcterms:created xsi:type="dcterms:W3CDTF">2022-09-14T00:04:00Z</dcterms:created>
  <dcterms:modified xsi:type="dcterms:W3CDTF">2025-11-03T03:29:08Z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C169781512ED439DAEEAC99C4E4345F3</vt:lpwstr>
  </property>
  <property fmtid="{D5CDD505-2E9C-101B-9397-08002B2CF9AE}" pid="3" name="KSOProductBuildVer">
    <vt:lpwstr>1033-11.2.0.11214</vt:lpwstr>
  </property>
</Properties>
</file>